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70" r:id="rId6"/>
    <p:sldId id="271" r:id="rId7"/>
    <p:sldId id="262" r:id="rId8"/>
    <p:sldId id="272" r:id="rId9"/>
    <p:sldId id="259" r:id="rId10"/>
    <p:sldId id="273" r:id="rId11"/>
    <p:sldId id="265" r:id="rId12"/>
    <p:sldId id="266" r:id="rId13"/>
    <p:sldId id="267" r:id="rId14"/>
    <p:sldId id="268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66" autoAdjust="0"/>
    <p:restoredTop sz="94660"/>
  </p:normalViewPr>
  <p:slideViewPr>
    <p:cSldViewPr snapToGrid="0">
      <p:cViewPr varScale="1">
        <p:scale>
          <a:sx n="83" d="100"/>
          <a:sy n="83" d="100"/>
        </p:scale>
        <p:origin x="5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51274B-F2D0-4168-AB17-7CD090CD40C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9EFA920-0283-4E18-B03C-0CE0152F98B0}">
      <dgm:prSet custT="1"/>
      <dgm:spPr/>
      <dgm:t>
        <a:bodyPr/>
        <a:lstStyle/>
        <a:p>
          <a:pPr algn="l">
            <a:defRPr b="1"/>
          </a:pPr>
          <a:r>
            <a:rPr lang="en-US" sz="2400" dirty="0">
              <a:latin typeface="Segoe UI" panose="020B0502040204020203" pitchFamily="34" charset="0"/>
              <a:cs typeface="Segoe UI" panose="020B0502040204020203" pitchFamily="34" charset="0"/>
            </a:rPr>
            <a:t>World Bank API</a:t>
          </a:r>
        </a:p>
      </dgm:t>
    </dgm:pt>
    <dgm:pt modelId="{F77AB122-F17E-4F5C-ADCC-FCDAF19D69B1}" type="parTrans" cxnId="{9D92E8C9-A158-4F45-A052-7C02B7E6D5CE}">
      <dgm:prSet/>
      <dgm:spPr/>
      <dgm:t>
        <a:bodyPr/>
        <a:lstStyle/>
        <a:p>
          <a:endParaRPr lang="en-US"/>
        </a:p>
      </dgm:t>
    </dgm:pt>
    <dgm:pt modelId="{6B052957-1B24-424A-99E3-C3BDFA739F87}" type="sibTrans" cxnId="{9D92E8C9-A158-4F45-A052-7C02B7E6D5CE}">
      <dgm:prSet/>
      <dgm:spPr/>
      <dgm:t>
        <a:bodyPr/>
        <a:lstStyle/>
        <a:p>
          <a:endParaRPr lang="en-US"/>
        </a:p>
      </dgm:t>
    </dgm:pt>
    <dgm:pt modelId="{62BB799B-D9D9-4720-B128-DCE16E11E6A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Country-level macro indicators</a:t>
          </a:r>
        </a:p>
      </dgm:t>
    </dgm:pt>
    <dgm:pt modelId="{A07B38CA-26C3-4701-8C07-C1B836CE429F}" type="parTrans" cxnId="{88F04DFF-0FD4-45AF-953F-477A23A96CFC}">
      <dgm:prSet/>
      <dgm:spPr/>
      <dgm:t>
        <a:bodyPr/>
        <a:lstStyle/>
        <a:p>
          <a:endParaRPr lang="en-US"/>
        </a:p>
      </dgm:t>
    </dgm:pt>
    <dgm:pt modelId="{C743B8E8-5853-49C7-A71A-7B774F58AD73}" type="sibTrans" cxnId="{88F04DFF-0FD4-45AF-953F-477A23A96CFC}">
      <dgm:prSet/>
      <dgm:spPr/>
      <dgm:t>
        <a:bodyPr/>
        <a:lstStyle/>
        <a:p>
          <a:endParaRPr lang="en-US"/>
        </a:p>
      </dgm:t>
    </dgm:pt>
    <dgm:pt modelId="{C7C872BB-3C11-4088-9B6E-9B93EBD9B5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Multi-year historical coverage</a:t>
          </a:r>
        </a:p>
      </dgm:t>
    </dgm:pt>
    <dgm:pt modelId="{41DF8DE8-055C-4D1E-AE69-170333DE548C}" type="parTrans" cxnId="{C81F9705-10DB-4864-AA37-E9EBF44E38A2}">
      <dgm:prSet/>
      <dgm:spPr/>
      <dgm:t>
        <a:bodyPr/>
        <a:lstStyle/>
        <a:p>
          <a:endParaRPr lang="en-US"/>
        </a:p>
      </dgm:t>
    </dgm:pt>
    <dgm:pt modelId="{BF7751E4-2FB6-41D7-BAAF-6F56F8EFFADA}" type="sibTrans" cxnId="{C81F9705-10DB-4864-AA37-E9EBF44E38A2}">
      <dgm:prSet/>
      <dgm:spPr/>
      <dgm:t>
        <a:bodyPr/>
        <a:lstStyle/>
        <a:p>
          <a:endParaRPr lang="en-US"/>
        </a:p>
      </dgm:t>
    </dgm:pt>
    <dgm:pt modelId="{C027CD61-D8C4-4E35-9B13-662643F668B9}">
      <dgm:prSet custT="1"/>
      <dgm:spPr/>
      <dgm:t>
        <a:bodyPr/>
        <a:lstStyle/>
        <a:p>
          <a:pPr>
            <a:defRPr b="1"/>
          </a:pPr>
          <a:r>
            <a:rPr lang="en-US" sz="2400" dirty="0">
              <a:latin typeface="Segoe UI" panose="020B0502040204020203" pitchFamily="34" charset="0"/>
              <a:cs typeface="Segoe UI" panose="020B0502040204020203" pitchFamily="34" charset="0"/>
            </a:rPr>
            <a:t>FRED API</a:t>
          </a:r>
        </a:p>
      </dgm:t>
    </dgm:pt>
    <dgm:pt modelId="{E148AAA6-30E3-4ABD-BF21-3DAE6FC1CDB9}" type="parTrans" cxnId="{7D0DB886-4304-40C6-B43F-8D9E141CA88E}">
      <dgm:prSet/>
      <dgm:spPr/>
      <dgm:t>
        <a:bodyPr/>
        <a:lstStyle/>
        <a:p>
          <a:endParaRPr lang="en-US"/>
        </a:p>
      </dgm:t>
    </dgm:pt>
    <dgm:pt modelId="{2A2531AC-32FB-4B1C-8808-622951936B6A}" type="sibTrans" cxnId="{7D0DB886-4304-40C6-B43F-8D9E141CA88E}">
      <dgm:prSet/>
      <dgm:spPr/>
      <dgm:t>
        <a:bodyPr/>
        <a:lstStyle/>
        <a:p>
          <a:endParaRPr lang="en-US"/>
        </a:p>
      </dgm:t>
    </dgm:pt>
    <dgm:pt modelId="{95C40BCE-6F2D-4037-8AB4-8A73F857B57F}">
      <dgm:prSet/>
      <dgm:spPr/>
      <dgm:t>
        <a:bodyPr/>
        <a:lstStyle/>
        <a:p>
          <a:r>
            <a:rPr lang="en-US"/>
            <a:t>Economic time-series indicators</a:t>
          </a:r>
        </a:p>
      </dgm:t>
    </dgm:pt>
    <dgm:pt modelId="{9C34F05B-2E8C-449B-93FB-73D0025EA64B}" type="parTrans" cxnId="{884C708A-4CAC-4077-BD69-A8A73FFA0530}">
      <dgm:prSet/>
      <dgm:spPr/>
      <dgm:t>
        <a:bodyPr/>
        <a:lstStyle/>
        <a:p>
          <a:endParaRPr lang="en-US"/>
        </a:p>
      </dgm:t>
    </dgm:pt>
    <dgm:pt modelId="{02603ACA-0977-4135-A952-C2CDF85E3DB6}" type="sibTrans" cxnId="{884C708A-4CAC-4077-BD69-A8A73FFA0530}">
      <dgm:prSet/>
      <dgm:spPr/>
      <dgm:t>
        <a:bodyPr/>
        <a:lstStyle/>
        <a:p>
          <a:endParaRPr lang="en-US"/>
        </a:p>
      </dgm:t>
    </dgm:pt>
    <dgm:pt modelId="{65069FC1-AF68-4E76-BF3F-71B58427EF83}">
      <dgm:prSet/>
      <dgm:spPr/>
      <dgm:t>
        <a:bodyPr/>
        <a:lstStyle/>
        <a:p>
          <a:r>
            <a:rPr lang="en-US" dirty="0"/>
            <a:t>Used to demonstrate multi-source ingestion capability</a:t>
          </a:r>
        </a:p>
      </dgm:t>
    </dgm:pt>
    <dgm:pt modelId="{5E0AF928-64C9-49C1-BCA5-6278C4186C40}" type="parTrans" cxnId="{1CDFE084-42A7-4D18-95E1-05BE6D501B9A}">
      <dgm:prSet/>
      <dgm:spPr/>
      <dgm:t>
        <a:bodyPr/>
        <a:lstStyle/>
        <a:p>
          <a:endParaRPr lang="en-US"/>
        </a:p>
      </dgm:t>
    </dgm:pt>
    <dgm:pt modelId="{3CD4BED5-476F-4BF9-991C-4859633DDD5F}" type="sibTrans" cxnId="{1CDFE084-42A7-4D18-95E1-05BE6D501B9A}">
      <dgm:prSet/>
      <dgm:spPr/>
      <dgm:t>
        <a:bodyPr/>
        <a:lstStyle/>
        <a:p>
          <a:endParaRPr lang="en-US"/>
        </a:p>
      </dgm:t>
    </dgm:pt>
    <dgm:pt modelId="{DAEBC20A-F68C-4120-A8BB-4BE46A45F655}" type="pres">
      <dgm:prSet presAssocID="{5D51274B-F2D0-4168-AB17-7CD090CD40C1}" presName="root" presStyleCnt="0">
        <dgm:presLayoutVars>
          <dgm:dir/>
          <dgm:resizeHandles val="exact"/>
        </dgm:presLayoutVars>
      </dgm:prSet>
      <dgm:spPr/>
    </dgm:pt>
    <dgm:pt modelId="{3548D4A6-5A2F-44EA-8915-F94532628874}" type="pres">
      <dgm:prSet presAssocID="{D9EFA920-0283-4E18-B03C-0CE0152F98B0}" presName="compNode" presStyleCnt="0"/>
      <dgm:spPr/>
    </dgm:pt>
    <dgm:pt modelId="{6BBCDF9B-FC1F-465A-8BB2-222D510382E0}" type="pres">
      <dgm:prSet presAssocID="{D9EFA920-0283-4E18-B03C-0CE0152F98B0}" presName="iconRect" presStyleLbl="node1" presStyleIdx="0" presStyleCnt="2" custLinFactNeighborX="50091" custLinFactNeighborY="244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5A05BD1-B385-412A-B63B-693BB035B17D}" type="pres">
      <dgm:prSet presAssocID="{D9EFA920-0283-4E18-B03C-0CE0152F98B0}" presName="iconSpace" presStyleCnt="0"/>
      <dgm:spPr/>
    </dgm:pt>
    <dgm:pt modelId="{7446ABE2-DD7C-40F2-9D07-31EF688BA580}" type="pres">
      <dgm:prSet presAssocID="{D9EFA920-0283-4E18-B03C-0CE0152F98B0}" presName="parTx" presStyleLbl="revTx" presStyleIdx="0" presStyleCnt="4" custScaleX="79626" custScaleY="111355">
        <dgm:presLayoutVars>
          <dgm:chMax val="0"/>
          <dgm:chPref val="0"/>
        </dgm:presLayoutVars>
      </dgm:prSet>
      <dgm:spPr/>
    </dgm:pt>
    <dgm:pt modelId="{BFA392F9-77C2-42C0-AB20-3FDB93D78145}" type="pres">
      <dgm:prSet presAssocID="{D9EFA920-0283-4E18-B03C-0CE0152F98B0}" presName="txSpace" presStyleCnt="0"/>
      <dgm:spPr/>
    </dgm:pt>
    <dgm:pt modelId="{331CFC88-6A3F-4857-B6F4-2AD18D2D6BB9}" type="pres">
      <dgm:prSet presAssocID="{D9EFA920-0283-4E18-B03C-0CE0152F98B0}" presName="desTx" presStyleLbl="revTx" presStyleIdx="1" presStyleCnt="4">
        <dgm:presLayoutVars/>
      </dgm:prSet>
      <dgm:spPr/>
    </dgm:pt>
    <dgm:pt modelId="{D11DC051-E191-4C82-B632-EDAEAE5AF70E}" type="pres">
      <dgm:prSet presAssocID="{6B052957-1B24-424A-99E3-C3BDFA739F87}" presName="sibTrans" presStyleCnt="0"/>
      <dgm:spPr/>
    </dgm:pt>
    <dgm:pt modelId="{34D38EC7-6C77-4F57-83F6-59C4663A7DAD}" type="pres">
      <dgm:prSet presAssocID="{C027CD61-D8C4-4E35-9B13-662643F668B9}" presName="compNode" presStyleCnt="0"/>
      <dgm:spPr/>
    </dgm:pt>
    <dgm:pt modelId="{F4204C3B-F359-48D0-92BC-56322E84838B}" type="pres">
      <dgm:prSet presAssocID="{C027CD61-D8C4-4E35-9B13-662643F668B9}" presName="iconRect" presStyleLbl="node1" presStyleIdx="1" presStyleCnt="2" custLinFactNeighborX="72082" custLinFactNeighborY="935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536F3B8-19CB-455D-AC88-BB98421743AC}" type="pres">
      <dgm:prSet presAssocID="{C027CD61-D8C4-4E35-9B13-662643F668B9}" presName="iconSpace" presStyleCnt="0"/>
      <dgm:spPr/>
    </dgm:pt>
    <dgm:pt modelId="{227C6823-6276-4CC8-84F8-E3D5278420CA}" type="pres">
      <dgm:prSet presAssocID="{C027CD61-D8C4-4E35-9B13-662643F668B9}" presName="parTx" presStyleLbl="revTx" presStyleIdx="2" presStyleCnt="4" custLinFactNeighborX="29887" custLinFactNeighborY="-3996">
        <dgm:presLayoutVars>
          <dgm:chMax val="0"/>
          <dgm:chPref val="0"/>
        </dgm:presLayoutVars>
      </dgm:prSet>
      <dgm:spPr/>
    </dgm:pt>
    <dgm:pt modelId="{387687DF-2E37-4D76-B1ED-9FAADF73D538}" type="pres">
      <dgm:prSet presAssocID="{C027CD61-D8C4-4E35-9B13-662643F668B9}" presName="txSpace" presStyleCnt="0"/>
      <dgm:spPr/>
    </dgm:pt>
    <dgm:pt modelId="{9040F822-959C-4BDE-8003-AF19BB0C0810}" type="pres">
      <dgm:prSet presAssocID="{C027CD61-D8C4-4E35-9B13-662643F668B9}" presName="desTx" presStyleLbl="revTx" presStyleIdx="3" presStyleCnt="4" custScaleY="2000000" custLinFactNeighborX="16035" custLinFactNeighborY="-16486">
        <dgm:presLayoutVars/>
      </dgm:prSet>
      <dgm:spPr/>
    </dgm:pt>
  </dgm:ptLst>
  <dgm:cxnLst>
    <dgm:cxn modelId="{C81F9705-10DB-4864-AA37-E9EBF44E38A2}" srcId="{D9EFA920-0283-4E18-B03C-0CE0152F98B0}" destId="{C7C872BB-3C11-4088-9B6E-9B93EBD9B531}" srcOrd="1" destOrd="0" parTransId="{41DF8DE8-055C-4D1E-AE69-170333DE548C}" sibTransId="{BF7751E4-2FB6-41D7-BAAF-6F56F8EFFADA}"/>
    <dgm:cxn modelId="{883C782A-BAF5-4041-A6BD-3D86C451DAD7}" type="presOf" srcId="{5D51274B-F2D0-4168-AB17-7CD090CD40C1}" destId="{DAEBC20A-F68C-4120-A8BB-4BE46A45F655}" srcOrd="0" destOrd="0" presId="urn:microsoft.com/office/officeart/2018/2/layout/IconLabelDescriptionList"/>
    <dgm:cxn modelId="{3F8EFE3B-2F12-49B1-AC33-F3DA37339758}" type="presOf" srcId="{C7C872BB-3C11-4088-9B6E-9B93EBD9B531}" destId="{331CFC88-6A3F-4857-B6F4-2AD18D2D6BB9}" srcOrd="0" destOrd="1" presId="urn:microsoft.com/office/officeart/2018/2/layout/IconLabelDescriptionList"/>
    <dgm:cxn modelId="{C722B57B-D7B1-45BE-B5EB-EBDB1D1E450E}" type="presOf" srcId="{95C40BCE-6F2D-4037-8AB4-8A73F857B57F}" destId="{9040F822-959C-4BDE-8003-AF19BB0C0810}" srcOrd="0" destOrd="0" presId="urn:microsoft.com/office/officeart/2018/2/layout/IconLabelDescriptionList"/>
    <dgm:cxn modelId="{D918BD7F-902E-4419-8C85-547914DDC91B}" type="presOf" srcId="{D9EFA920-0283-4E18-B03C-0CE0152F98B0}" destId="{7446ABE2-DD7C-40F2-9D07-31EF688BA580}" srcOrd="0" destOrd="0" presId="urn:microsoft.com/office/officeart/2018/2/layout/IconLabelDescriptionList"/>
    <dgm:cxn modelId="{1CDFE084-42A7-4D18-95E1-05BE6D501B9A}" srcId="{C027CD61-D8C4-4E35-9B13-662643F668B9}" destId="{65069FC1-AF68-4E76-BF3F-71B58427EF83}" srcOrd="1" destOrd="0" parTransId="{5E0AF928-64C9-49C1-BCA5-6278C4186C40}" sibTransId="{3CD4BED5-476F-4BF9-991C-4859633DDD5F}"/>
    <dgm:cxn modelId="{7D0DB886-4304-40C6-B43F-8D9E141CA88E}" srcId="{5D51274B-F2D0-4168-AB17-7CD090CD40C1}" destId="{C027CD61-D8C4-4E35-9B13-662643F668B9}" srcOrd="1" destOrd="0" parTransId="{E148AAA6-30E3-4ABD-BF21-3DAE6FC1CDB9}" sibTransId="{2A2531AC-32FB-4B1C-8808-622951936B6A}"/>
    <dgm:cxn modelId="{884C708A-4CAC-4077-BD69-A8A73FFA0530}" srcId="{C027CD61-D8C4-4E35-9B13-662643F668B9}" destId="{95C40BCE-6F2D-4037-8AB4-8A73F857B57F}" srcOrd="0" destOrd="0" parTransId="{9C34F05B-2E8C-449B-93FB-73D0025EA64B}" sibTransId="{02603ACA-0977-4135-A952-C2CDF85E3DB6}"/>
    <dgm:cxn modelId="{D6D5D3AC-9A07-42CE-B264-083F6417FE41}" type="presOf" srcId="{65069FC1-AF68-4E76-BF3F-71B58427EF83}" destId="{9040F822-959C-4BDE-8003-AF19BB0C0810}" srcOrd="0" destOrd="1" presId="urn:microsoft.com/office/officeart/2018/2/layout/IconLabelDescriptionList"/>
    <dgm:cxn modelId="{ED8972AD-0EC3-4F50-96A4-93AA010C6639}" type="presOf" srcId="{C027CD61-D8C4-4E35-9B13-662643F668B9}" destId="{227C6823-6276-4CC8-84F8-E3D5278420CA}" srcOrd="0" destOrd="0" presId="urn:microsoft.com/office/officeart/2018/2/layout/IconLabelDescriptionList"/>
    <dgm:cxn modelId="{9D92E8C9-A158-4F45-A052-7C02B7E6D5CE}" srcId="{5D51274B-F2D0-4168-AB17-7CD090CD40C1}" destId="{D9EFA920-0283-4E18-B03C-0CE0152F98B0}" srcOrd="0" destOrd="0" parTransId="{F77AB122-F17E-4F5C-ADCC-FCDAF19D69B1}" sibTransId="{6B052957-1B24-424A-99E3-C3BDFA739F87}"/>
    <dgm:cxn modelId="{2394C0D1-71B6-4CB9-B97C-480BD0EE06B5}" type="presOf" srcId="{62BB799B-D9D9-4720-B128-DCE16E11E6A0}" destId="{331CFC88-6A3F-4857-B6F4-2AD18D2D6BB9}" srcOrd="0" destOrd="0" presId="urn:microsoft.com/office/officeart/2018/2/layout/IconLabelDescriptionList"/>
    <dgm:cxn modelId="{88F04DFF-0FD4-45AF-953F-477A23A96CFC}" srcId="{D9EFA920-0283-4E18-B03C-0CE0152F98B0}" destId="{62BB799B-D9D9-4720-B128-DCE16E11E6A0}" srcOrd="0" destOrd="0" parTransId="{A07B38CA-26C3-4701-8C07-C1B836CE429F}" sibTransId="{C743B8E8-5853-49C7-A71A-7B774F58AD73}"/>
    <dgm:cxn modelId="{B737ED60-EC03-4DC8-9B3A-25BE13B466B9}" type="presParOf" srcId="{DAEBC20A-F68C-4120-A8BB-4BE46A45F655}" destId="{3548D4A6-5A2F-44EA-8915-F94532628874}" srcOrd="0" destOrd="0" presId="urn:microsoft.com/office/officeart/2018/2/layout/IconLabelDescriptionList"/>
    <dgm:cxn modelId="{3FD09ACF-3187-460E-BAB8-75B57A3D6C12}" type="presParOf" srcId="{3548D4A6-5A2F-44EA-8915-F94532628874}" destId="{6BBCDF9B-FC1F-465A-8BB2-222D510382E0}" srcOrd="0" destOrd="0" presId="urn:microsoft.com/office/officeart/2018/2/layout/IconLabelDescriptionList"/>
    <dgm:cxn modelId="{6221C744-C25D-44B1-98A7-8A5534A9E6C4}" type="presParOf" srcId="{3548D4A6-5A2F-44EA-8915-F94532628874}" destId="{05A05BD1-B385-412A-B63B-693BB035B17D}" srcOrd="1" destOrd="0" presId="urn:microsoft.com/office/officeart/2018/2/layout/IconLabelDescriptionList"/>
    <dgm:cxn modelId="{D8FE7E08-5684-4A35-BB71-2A8331CA105F}" type="presParOf" srcId="{3548D4A6-5A2F-44EA-8915-F94532628874}" destId="{7446ABE2-DD7C-40F2-9D07-31EF688BA580}" srcOrd="2" destOrd="0" presId="urn:microsoft.com/office/officeart/2018/2/layout/IconLabelDescriptionList"/>
    <dgm:cxn modelId="{06A60969-9B55-4642-9B4E-D64BA6550D42}" type="presParOf" srcId="{3548D4A6-5A2F-44EA-8915-F94532628874}" destId="{BFA392F9-77C2-42C0-AB20-3FDB93D78145}" srcOrd="3" destOrd="0" presId="urn:microsoft.com/office/officeart/2018/2/layout/IconLabelDescriptionList"/>
    <dgm:cxn modelId="{10A24C1C-D680-421A-A3D4-A86429D29023}" type="presParOf" srcId="{3548D4A6-5A2F-44EA-8915-F94532628874}" destId="{331CFC88-6A3F-4857-B6F4-2AD18D2D6BB9}" srcOrd="4" destOrd="0" presId="urn:microsoft.com/office/officeart/2018/2/layout/IconLabelDescriptionList"/>
    <dgm:cxn modelId="{00A695CE-4CC3-462E-A2F9-25CA54044A55}" type="presParOf" srcId="{DAEBC20A-F68C-4120-A8BB-4BE46A45F655}" destId="{D11DC051-E191-4C82-B632-EDAEAE5AF70E}" srcOrd="1" destOrd="0" presId="urn:microsoft.com/office/officeart/2018/2/layout/IconLabelDescriptionList"/>
    <dgm:cxn modelId="{49833EEA-6419-4E45-9A71-12508E0AC2E6}" type="presParOf" srcId="{DAEBC20A-F68C-4120-A8BB-4BE46A45F655}" destId="{34D38EC7-6C77-4F57-83F6-59C4663A7DAD}" srcOrd="2" destOrd="0" presId="urn:microsoft.com/office/officeart/2018/2/layout/IconLabelDescriptionList"/>
    <dgm:cxn modelId="{141B875C-3009-4E77-8BC8-5186387D7CCE}" type="presParOf" srcId="{34D38EC7-6C77-4F57-83F6-59C4663A7DAD}" destId="{F4204C3B-F359-48D0-92BC-56322E84838B}" srcOrd="0" destOrd="0" presId="urn:microsoft.com/office/officeart/2018/2/layout/IconLabelDescriptionList"/>
    <dgm:cxn modelId="{90F213D1-16C7-426D-A593-8B892155939C}" type="presParOf" srcId="{34D38EC7-6C77-4F57-83F6-59C4663A7DAD}" destId="{8536F3B8-19CB-455D-AC88-BB98421743AC}" srcOrd="1" destOrd="0" presId="urn:microsoft.com/office/officeart/2018/2/layout/IconLabelDescriptionList"/>
    <dgm:cxn modelId="{075C57ED-39E0-4BFD-97CA-B8051DDA9FE0}" type="presParOf" srcId="{34D38EC7-6C77-4F57-83F6-59C4663A7DAD}" destId="{227C6823-6276-4CC8-84F8-E3D5278420CA}" srcOrd="2" destOrd="0" presId="urn:microsoft.com/office/officeart/2018/2/layout/IconLabelDescriptionList"/>
    <dgm:cxn modelId="{EED0A17C-ABE5-49B9-9330-3ADF7726E199}" type="presParOf" srcId="{34D38EC7-6C77-4F57-83F6-59C4663A7DAD}" destId="{387687DF-2E37-4D76-B1ED-9FAADF73D538}" srcOrd="3" destOrd="0" presId="urn:microsoft.com/office/officeart/2018/2/layout/IconLabelDescriptionList"/>
    <dgm:cxn modelId="{1D8ECE61-9544-4422-8805-4CF016036667}" type="presParOf" srcId="{34D38EC7-6C77-4F57-83F6-59C4663A7DAD}" destId="{9040F822-959C-4BDE-8003-AF19BB0C081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6B7BE2-0D08-41E8-8D6B-53927914E843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D8F5E8-D831-437A-AD59-E02933A70D58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sz="1800" b="1" dirty="0">
              <a:latin typeface="Segoe UI" panose="020B0502040204020203" pitchFamily="34" charset="0"/>
              <a:cs typeface="Segoe UI" panose="020B0502040204020203" pitchFamily="34" charset="0"/>
            </a:rPr>
            <a:t>Database Used: </a:t>
          </a:r>
          <a:r>
            <a:rPr lang="en-US" sz="1800" b="0" dirty="0">
              <a:latin typeface="Segoe UI" panose="020B0502040204020203" pitchFamily="34" charset="0"/>
              <a:cs typeface="Segoe UI" panose="020B0502040204020203" pitchFamily="34" charset="0"/>
            </a:rPr>
            <a:t>SQLite</a:t>
          </a:r>
        </a:p>
      </dgm:t>
    </dgm:pt>
    <dgm:pt modelId="{3B79B16D-9E30-4367-8A5E-72C234414D37}" type="parTrans" cxnId="{917935C5-B3A6-4BD9-BA5A-42B4517D0A73}">
      <dgm:prSet/>
      <dgm:spPr/>
      <dgm:t>
        <a:bodyPr/>
        <a:lstStyle/>
        <a:p>
          <a:endParaRPr lang="en-US"/>
        </a:p>
      </dgm:t>
    </dgm:pt>
    <dgm:pt modelId="{C6F09C40-D764-40CC-8CA2-C88136CC9965}" type="sibTrans" cxnId="{917935C5-B3A6-4BD9-BA5A-42B4517D0A73}">
      <dgm:prSet/>
      <dgm:spPr/>
      <dgm:t>
        <a:bodyPr/>
        <a:lstStyle/>
        <a:p>
          <a:endParaRPr lang="en-US"/>
        </a:p>
      </dgm:t>
    </dgm:pt>
    <dgm:pt modelId="{31FB4E40-BDCF-4A88-B725-4F88EC25BE0F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sz="1800" b="0" dirty="0">
              <a:latin typeface="Segoe UI" panose="020B0502040204020203" pitchFamily="34" charset="0"/>
              <a:cs typeface="Segoe UI" panose="020B0502040204020203" pitchFamily="34" charset="0"/>
            </a:rPr>
            <a:t>Chosen for simplicity, portability, and analytics-focused workloads.</a:t>
          </a:r>
        </a:p>
      </dgm:t>
    </dgm:pt>
    <dgm:pt modelId="{35CD74D6-26AD-48A5-9886-FA31E4942341}" type="parTrans" cxnId="{F6E926E5-8F97-4E7E-BE59-C5909B817982}">
      <dgm:prSet/>
      <dgm:spPr/>
      <dgm:t>
        <a:bodyPr/>
        <a:lstStyle/>
        <a:p>
          <a:endParaRPr lang="en-US"/>
        </a:p>
      </dgm:t>
    </dgm:pt>
    <dgm:pt modelId="{4749D7CD-4275-4BC8-ACF8-EEB714D84281}" type="sibTrans" cxnId="{F6E926E5-8F97-4E7E-BE59-C5909B817982}">
      <dgm:prSet/>
      <dgm:spPr/>
      <dgm:t>
        <a:bodyPr/>
        <a:lstStyle/>
        <a:p>
          <a:endParaRPr lang="en-US"/>
        </a:p>
      </dgm:t>
    </dgm:pt>
    <dgm:pt modelId="{6F6F4E4C-6CDD-4869-AE63-05B34B346022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sz="1800" b="1" dirty="0">
              <a:latin typeface="Segoe UI" panose="020B0502040204020203" pitchFamily="34" charset="0"/>
              <a:cs typeface="Segoe UI" panose="020B0502040204020203" pitchFamily="34" charset="0"/>
            </a:rPr>
            <a:t>Tables Created</a:t>
          </a:r>
          <a:endParaRPr lang="en-US" sz="18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20ABAA6-70EF-47FD-A20E-4ADCE4D5379E}" type="parTrans" cxnId="{65594424-AE46-4F77-A67A-E6D23C27EEE7}">
      <dgm:prSet/>
      <dgm:spPr/>
      <dgm:t>
        <a:bodyPr/>
        <a:lstStyle/>
        <a:p>
          <a:endParaRPr lang="en-US"/>
        </a:p>
      </dgm:t>
    </dgm:pt>
    <dgm:pt modelId="{EFBA2825-3C6A-4EBC-9E23-85BB547CE749}" type="sibTrans" cxnId="{65594424-AE46-4F77-A67A-E6D23C27EEE7}">
      <dgm:prSet/>
      <dgm:spPr/>
      <dgm:t>
        <a:bodyPr/>
        <a:lstStyle/>
        <a:p>
          <a:endParaRPr lang="en-US"/>
        </a:p>
      </dgm:t>
    </dgm:pt>
    <dgm:pt modelId="{ACAE29F2-16AB-445A-8F93-B4A7929F83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raw_macro_data (raw ingestion)</a:t>
          </a:r>
        </a:p>
      </dgm:t>
    </dgm:pt>
    <dgm:pt modelId="{C84A540A-8864-4171-9814-1765AB93DD52}" type="parTrans" cxnId="{02FCEC1B-825F-43A4-A99E-BDB6AEF9A960}">
      <dgm:prSet/>
      <dgm:spPr/>
      <dgm:t>
        <a:bodyPr/>
        <a:lstStyle/>
        <a:p>
          <a:endParaRPr lang="en-US"/>
        </a:p>
      </dgm:t>
    </dgm:pt>
    <dgm:pt modelId="{BB583D8A-5FD3-459C-BF50-6D9C8A01E893}" type="sibTrans" cxnId="{02FCEC1B-825F-43A4-A99E-BDB6AEF9A960}">
      <dgm:prSet/>
      <dgm:spPr/>
      <dgm:t>
        <a:bodyPr/>
        <a:lstStyle/>
        <a:p>
          <a:endParaRPr lang="en-US"/>
        </a:p>
      </dgm:t>
    </dgm:pt>
    <dgm:pt modelId="{503F55AD-F684-40D1-8A7A-2954827BF8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 err="1">
              <a:latin typeface="Segoe UI" panose="020B0502040204020203" pitchFamily="34" charset="0"/>
              <a:cs typeface="Segoe UI" panose="020B0502040204020203" pitchFamily="34" charset="0"/>
            </a:rPr>
            <a:t>fact_macro_annual</a:t>
          </a:r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 (analytics-ready fact table)</a:t>
          </a:r>
        </a:p>
      </dgm:t>
    </dgm:pt>
    <dgm:pt modelId="{B7070848-08DF-4332-9DD7-999815DF5FD3}" type="parTrans" cxnId="{7A266F56-A72F-4E30-B0BE-6D732F7EAB0B}">
      <dgm:prSet/>
      <dgm:spPr/>
      <dgm:t>
        <a:bodyPr/>
        <a:lstStyle/>
        <a:p>
          <a:endParaRPr lang="en-US"/>
        </a:p>
      </dgm:t>
    </dgm:pt>
    <dgm:pt modelId="{3556337A-3004-4E0B-88A6-6D03A7F64AD8}" type="sibTrans" cxnId="{7A266F56-A72F-4E30-B0BE-6D732F7EAB0B}">
      <dgm:prSet/>
      <dgm:spPr/>
      <dgm:t>
        <a:bodyPr/>
        <a:lstStyle/>
        <a:p>
          <a:endParaRPr lang="en-US"/>
        </a:p>
      </dgm:t>
    </dgm:pt>
    <dgm:pt modelId="{D5C60935-7509-429D-AF5B-7BD0B135E3B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Segoe UI" panose="020B0502040204020203" pitchFamily="34" charset="0"/>
              <a:cs typeface="Segoe UI" panose="020B0502040204020203" pitchFamily="34" charset="0"/>
            </a:rPr>
            <a:t>dim_country</a:t>
          </a:r>
        </a:p>
      </dgm:t>
    </dgm:pt>
    <dgm:pt modelId="{EC30FF17-7CA0-4284-9235-A9E08B368277}" type="parTrans" cxnId="{8F9E2ED4-84B0-41D2-9420-0E4F5452259A}">
      <dgm:prSet/>
      <dgm:spPr/>
      <dgm:t>
        <a:bodyPr/>
        <a:lstStyle/>
        <a:p>
          <a:endParaRPr lang="en-US"/>
        </a:p>
      </dgm:t>
    </dgm:pt>
    <dgm:pt modelId="{747AE29F-4358-417D-A188-581F8FE55581}" type="sibTrans" cxnId="{8F9E2ED4-84B0-41D2-9420-0E4F5452259A}">
      <dgm:prSet/>
      <dgm:spPr/>
      <dgm:t>
        <a:bodyPr/>
        <a:lstStyle/>
        <a:p>
          <a:endParaRPr lang="en-US"/>
        </a:p>
      </dgm:t>
    </dgm:pt>
    <dgm:pt modelId="{E63DB404-AB66-4EEC-B712-026871B482C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 err="1">
              <a:latin typeface="Segoe UI" panose="020B0502040204020203" pitchFamily="34" charset="0"/>
              <a:cs typeface="Segoe UI" panose="020B0502040204020203" pitchFamily="34" charset="0"/>
            </a:rPr>
            <a:t>dim_indicator</a:t>
          </a:r>
          <a:endParaRPr lang="en-US" sz="18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BFBA2E-9CC3-4414-8A5E-0C85CD808C2E}" type="parTrans" cxnId="{2652056F-DBDB-4131-A30B-41BA269AE244}">
      <dgm:prSet/>
      <dgm:spPr/>
      <dgm:t>
        <a:bodyPr/>
        <a:lstStyle/>
        <a:p>
          <a:endParaRPr lang="en-US"/>
        </a:p>
      </dgm:t>
    </dgm:pt>
    <dgm:pt modelId="{29DAC400-C3AD-486D-A58D-C22832AFE80A}" type="sibTrans" cxnId="{2652056F-DBDB-4131-A30B-41BA269AE244}">
      <dgm:prSet/>
      <dgm:spPr/>
      <dgm:t>
        <a:bodyPr/>
        <a:lstStyle/>
        <a:p>
          <a:endParaRPr lang="en-US"/>
        </a:p>
      </dgm:t>
    </dgm:pt>
    <dgm:pt modelId="{D012070E-647B-4280-B9F5-E2F4780BD31C}" type="pres">
      <dgm:prSet presAssocID="{826B7BE2-0D08-41E8-8D6B-53927914E843}" presName="root" presStyleCnt="0">
        <dgm:presLayoutVars>
          <dgm:dir/>
          <dgm:resizeHandles val="exact"/>
        </dgm:presLayoutVars>
      </dgm:prSet>
      <dgm:spPr/>
    </dgm:pt>
    <dgm:pt modelId="{D74A13E9-1D69-4413-A7D9-619278871F80}" type="pres">
      <dgm:prSet presAssocID="{72D8F5E8-D831-437A-AD59-E02933A70D58}" presName="compNode" presStyleCnt="0"/>
      <dgm:spPr/>
    </dgm:pt>
    <dgm:pt modelId="{6E74A64A-5B73-42C5-A4BF-B3222725D9EF}" type="pres">
      <dgm:prSet presAssocID="{72D8F5E8-D831-437A-AD59-E02933A70D58}" presName="iconRect" presStyleLbl="node1" presStyleIdx="0" presStyleCnt="3" custLinFactNeighborX="62174" custLinFactNeighborY="568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89392CA-29C8-49AA-A7BA-0EDE4300F7D4}" type="pres">
      <dgm:prSet presAssocID="{72D8F5E8-D831-437A-AD59-E02933A70D58}" presName="iconSpace" presStyleCnt="0"/>
      <dgm:spPr/>
    </dgm:pt>
    <dgm:pt modelId="{324E106A-4541-4DA4-ADB2-0A84FAC5EB44}" type="pres">
      <dgm:prSet presAssocID="{72D8F5E8-D831-437A-AD59-E02933A70D58}" presName="parTx" presStyleLbl="revTx" presStyleIdx="0" presStyleCnt="6">
        <dgm:presLayoutVars>
          <dgm:chMax val="0"/>
          <dgm:chPref val="0"/>
        </dgm:presLayoutVars>
      </dgm:prSet>
      <dgm:spPr/>
    </dgm:pt>
    <dgm:pt modelId="{57D0972C-EA06-4061-81C1-84ADCB49E5B6}" type="pres">
      <dgm:prSet presAssocID="{72D8F5E8-D831-437A-AD59-E02933A70D58}" presName="txSpace" presStyleCnt="0"/>
      <dgm:spPr/>
    </dgm:pt>
    <dgm:pt modelId="{D5327FB2-A6F8-4E0E-9738-0097AB44705A}" type="pres">
      <dgm:prSet presAssocID="{72D8F5E8-D831-437A-AD59-E02933A70D58}" presName="desTx" presStyleLbl="revTx" presStyleIdx="1" presStyleCnt="6">
        <dgm:presLayoutVars/>
      </dgm:prSet>
      <dgm:spPr/>
    </dgm:pt>
    <dgm:pt modelId="{272DCB4B-A5B6-4E20-9334-1AC085567FAB}" type="pres">
      <dgm:prSet presAssocID="{C6F09C40-D764-40CC-8CA2-C88136CC9965}" presName="sibTrans" presStyleCnt="0"/>
      <dgm:spPr/>
    </dgm:pt>
    <dgm:pt modelId="{858D7637-9B27-4D54-8B21-EFC1C615A202}" type="pres">
      <dgm:prSet presAssocID="{31FB4E40-BDCF-4A88-B725-4F88EC25BE0F}" presName="compNode" presStyleCnt="0"/>
      <dgm:spPr/>
    </dgm:pt>
    <dgm:pt modelId="{63E50264-BF63-4C41-909D-226A1190B47C}" type="pres">
      <dgm:prSet presAssocID="{31FB4E40-BDCF-4A88-B725-4F88EC25BE0F}" presName="iconRect" presStyleLbl="node1" presStyleIdx="1" presStyleCnt="3" custLinFactNeighborX="83536" custLinFactNeighborY="568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BE73CC2-1321-4DF0-943C-31A40A6B0086}" type="pres">
      <dgm:prSet presAssocID="{31FB4E40-BDCF-4A88-B725-4F88EC25BE0F}" presName="iconSpace" presStyleCnt="0"/>
      <dgm:spPr/>
    </dgm:pt>
    <dgm:pt modelId="{C1A3F267-5FAC-4D86-920A-5268D9544705}" type="pres">
      <dgm:prSet presAssocID="{31FB4E40-BDCF-4A88-B725-4F88EC25BE0F}" presName="parTx" presStyleLbl="revTx" presStyleIdx="2" presStyleCnt="6">
        <dgm:presLayoutVars>
          <dgm:chMax val="0"/>
          <dgm:chPref val="0"/>
        </dgm:presLayoutVars>
      </dgm:prSet>
      <dgm:spPr/>
    </dgm:pt>
    <dgm:pt modelId="{05165042-7F68-4DDC-830C-21F8F9CC81D2}" type="pres">
      <dgm:prSet presAssocID="{31FB4E40-BDCF-4A88-B725-4F88EC25BE0F}" presName="txSpace" presStyleCnt="0"/>
      <dgm:spPr/>
    </dgm:pt>
    <dgm:pt modelId="{8399CB2A-5241-4A91-9873-5C80D1C2AC4B}" type="pres">
      <dgm:prSet presAssocID="{31FB4E40-BDCF-4A88-B725-4F88EC25BE0F}" presName="desTx" presStyleLbl="revTx" presStyleIdx="3" presStyleCnt="6">
        <dgm:presLayoutVars/>
      </dgm:prSet>
      <dgm:spPr/>
    </dgm:pt>
    <dgm:pt modelId="{FBE856C3-F2CF-46FB-8F69-81FE8810DB12}" type="pres">
      <dgm:prSet presAssocID="{4749D7CD-4275-4BC8-ACF8-EEB714D84281}" presName="sibTrans" presStyleCnt="0"/>
      <dgm:spPr/>
    </dgm:pt>
    <dgm:pt modelId="{34EC686D-C3F6-4617-9205-2037E9DD8DE3}" type="pres">
      <dgm:prSet presAssocID="{6F6F4E4C-6CDD-4869-AE63-05B34B346022}" presName="compNode" presStyleCnt="0"/>
      <dgm:spPr/>
    </dgm:pt>
    <dgm:pt modelId="{90394066-2F6A-418B-983B-BC64F3DD4187}" type="pres">
      <dgm:prSet presAssocID="{6F6F4E4C-6CDD-4869-AE63-05B34B346022}" presName="iconRect" presStyleLbl="node1" presStyleIdx="2" presStyleCnt="3" custLinFactNeighborX="86792" custLinFactNeighborY="568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EED6FBE-B7F7-4BB3-9367-F5C46D952705}" type="pres">
      <dgm:prSet presAssocID="{6F6F4E4C-6CDD-4869-AE63-05B34B346022}" presName="iconSpace" presStyleCnt="0"/>
      <dgm:spPr/>
    </dgm:pt>
    <dgm:pt modelId="{0BB06050-1C7A-49AE-82F0-4116FABA7077}" type="pres">
      <dgm:prSet presAssocID="{6F6F4E4C-6CDD-4869-AE63-05B34B346022}" presName="parTx" presStyleLbl="revTx" presStyleIdx="4" presStyleCnt="6">
        <dgm:presLayoutVars>
          <dgm:chMax val="0"/>
          <dgm:chPref val="0"/>
        </dgm:presLayoutVars>
      </dgm:prSet>
      <dgm:spPr/>
    </dgm:pt>
    <dgm:pt modelId="{B340E297-D9F3-4132-AE11-0EFBEAA5F2E1}" type="pres">
      <dgm:prSet presAssocID="{6F6F4E4C-6CDD-4869-AE63-05B34B346022}" presName="txSpace" presStyleCnt="0"/>
      <dgm:spPr/>
    </dgm:pt>
    <dgm:pt modelId="{25A404B4-D7D0-49B0-889B-E426C32844E3}" type="pres">
      <dgm:prSet presAssocID="{6F6F4E4C-6CDD-4869-AE63-05B34B346022}" presName="desTx" presStyleLbl="revTx" presStyleIdx="5" presStyleCnt="6" custLinFactNeighborX="-265" custLinFactNeighborY="-23248">
        <dgm:presLayoutVars/>
      </dgm:prSet>
      <dgm:spPr/>
    </dgm:pt>
  </dgm:ptLst>
  <dgm:cxnLst>
    <dgm:cxn modelId="{02FCEC1B-825F-43A4-A99E-BDB6AEF9A960}" srcId="{6F6F4E4C-6CDD-4869-AE63-05B34B346022}" destId="{ACAE29F2-16AB-445A-8F93-B4A7929F83F7}" srcOrd="0" destOrd="0" parTransId="{C84A540A-8864-4171-9814-1765AB93DD52}" sibTransId="{BB583D8A-5FD3-459C-BF50-6D9C8A01E893}"/>
    <dgm:cxn modelId="{65594424-AE46-4F77-A67A-E6D23C27EEE7}" srcId="{826B7BE2-0D08-41E8-8D6B-53927914E843}" destId="{6F6F4E4C-6CDD-4869-AE63-05B34B346022}" srcOrd="2" destOrd="0" parTransId="{720ABAA6-70EF-47FD-A20E-4ADCE4D5379E}" sibTransId="{EFBA2825-3C6A-4EBC-9E23-85BB547CE749}"/>
    <dgm:cxn modelId="{5F868765-7EDA-44D9-B994-75B99C9B3E45}" type="presOf" srcId="{ACAE29F2-16AB-445A-8F93-B4A7929F83F7}" destId="{25A404B4-D7D0-49B0-889B-E426C32844E3}" srcOrd="0" destOrd="0" presId="urn:microsoft.com/office/officeart/2018/2/layout/IconLabelDescriptionList"/>
    <dgm:cxn modelId="{5272074C-4B2C-4268-AF52-6C0505A71BE6}" type="presOf" srcId="{503F55AD-F684-40D1-8A7A-2954827BF868}" destId="{25A404B4-D7D0-49B0-889B-E426C32844E3}" srcOrd="0" destOrd="1" presId="urn:microsoft.com/office/officeart/2018/2/layout/IconLabelDescriptionList"/>
    <dgm:cxn modelId="{BD47EF4D-2C63-408C-8CFF-0DD84EF69B13}" type="presOf" srcId="{31FB4E40-BDCF-4A88-B725-4F88EC25BE0F}" destId="{C1A3F267-5FAC-4D86-920A-5268D9544705}" srcOrd="0" destOrd="0" presId="urn:microsoft.com/office/officeart/2018/2/layout/IconLabelDescriptionList"/>
    <dgm:cxn modelId="{2652056F-DBDB-4131-A30B-41BA269AE244}" srcId="{6F6F4E4C-6CDD-4869-AE63-05B34B346022}" destId="{E63DB404-AB66-4EEC-B712-026871B482C1}" srcOrd="3" destOrd="0" parTransId="{10BFBA2E-9CC3-4414-8A5E-0C85CD808C2E}" sibTransId="{29DAC400-C3AD-486D-A58D-C22832AFE80A}"/>
    <dgm:cxn modelId="{7A266F56-A72F-4E30-B0BE-6D732F7EAB0B}" srcId="{6F6F4E4C-6CDD-4869-AE63-05B34B346022}" destId="{503F55AD-F684-40D1-8A7A-2954827BF868}" srcOrd="1" destOrd="0" parTransId="{B7070848-08DF-4332-9DD7-999815DF5FD3}" sibTransId="{3556337A-3004-4E0B-88A6-6D03A7F64AD8}"/>
    <dgm:cxn modelId="{A428E657-1CEE-40D6-94AA-8598F27C03AC}" type="presOf" srcId="{D5C60935-7509-429D-AF5B-7BD0B135E3BD}" destId="{25A404B4-D7D0-49B0-889B-E426C32844E3}" srcOrd="0" destOrd="2" presId="urn:microsoft.com/office/officeart/2018/2/layout/IconLabelDescriptionList"/>
    <dgm:cxn modelId="{B9E0D59E-9479-4794-BC1B-CFB4F183903F}" type="presOf" srcId="{826B7BE2-0D08-41E8-8D6B-53927914E843}" destId="{D012070E-647B-4280-B9F5-E2F4780BD31C}" srcOrd="0" destOrd="0" presId="urn:microsoft.com/office/officeart/2018/2/layout/IconLabelDescriptionList"/>
    <dgm:cxn modelId="{320033A4-2690-4F54-854A-54AA2DBF0BFE}" type="presOf" srcId="{6F6F4E4C-6CDD-4869-AE63-05B34B346022}" destId="{0BB06050-1C7A-49AE-82F0-4116FABA7077}" srcOrd="0" destOrd="0" presId="urn:microsoft.com/office/officeart/2018/2/layout/IconLabelDescriptionList"/>
    <dgm:cxn modelId="{917935C5-B3A6-4BD9-BA5A-42B4517D0A73}" srcId="{826B7BE2-0D08-41E8-8D6B-53927914E843}" destId="{72D8F5E8-D831-437A-AD59-E02933A70D58}" srcOrd="0" destOrd="0" parTransId="{3B79B16D-9E30-4367-8A5E-72C234414D37}" sibTransId="{C6F09C40-D764-40CC-8CA2-C88136CC9965}"/>
    <dgm:cxn modelId="{3BB627CD-44F0-4C68-AB24-0A2EDE359542}" type="presOf" srcId="{E63DB404-AB66-4EEC-B712-026871B482C1}" destId="{25A404B4-D7D0-49B0-889B-E426C32844E3}" srcOrd="0" destOrd="3" presId="urn:microsoft.com/office/officeart/2018/2/layout/IconLabelDescriptionList"/>
    <dgm:cxn modelId="{8F9E2ED4-84B0-41D2-9420-0E4F5452259A}" srcId="{6F6F4E4C-6CDD-4869-AE63-05B34B346022}" destId="{D5C60935-7509-429D-AF5B-7BD0B135E3BD}" srcOrd="2" destOrd="0" parTransId="{EC30FF17-7CA0-4284-9235-A9E08B368277}" sibTransId="{747AE29F-4358-417D-A188-581F8FE55581}"/>
    <dgm:cxn modelId="{F6E926E5-8F97-4E7E-BE59-C5909B817982}" srcId="{826B7BE2-0D08-41E8-8D6B-53927914E843}" destId="{31FB4E40-BDCF-4A88-B725-4F88EC25BE0F}" srcOrd="1" destOrd="0" parTransId="{35CD74D6-26AD-48A5-9886-FA31E4942341}" sibTransId="{4749D7CD-4275-4BC8-ACF8-EEB714D84281}"/>
    <dgm:cxn modelId="{6949F3EC-C527-4AA2-B2E7-D22533A86C43}" type="presOf" srcId="{72D8F5E8-D831-437A-AD59-E02933A70D58}" destId="{324E106A-4541-4DA4-ADB2-0A84FAC5EB44}" srcOrd="0" destOrd="0" presId="urn:microsoft.com/office/officeart/2018/2/layout/IconLabelDescriptionList"/>
    <dgm:cxn modelId="{7AFB04B9-0D31-435F-AC8D-679F0E05C7DF}" type="presParOf" srcId="{D012070E-647B-4280-B9F5-E2F4780BD31C}" destId="{D74A13E9-1D69-4413-A7D9-619278871F80}" srcOrd="0" destOrd="0" presId="urn:microsoft.com/office/officeart/2018/2/layout/IconLabelDescriptionList"/>
    <dgm:cxn modelId="{6D0A93E0-BEFC-40BC-BB31-279F06927437}" type="presParOf" srcId="{D74A13E9-1D69-4413-A7D9-619278871F80}" destId="{6E74A64A-5B73-42C5-A4BF-B3222725D9EF}" srcOrd="0" destOrd="0" presId="urn:microsoft.com/office/officeart/2018/2/layout/IconLabelDescriptionList"/>
    <dgm:cxn modelId="{B15AF7B1-B2F3-4515-B0AE-8E0E2D57F2C8}" type="presParOf" srcId="{D74A13E9-1D69-4413-A7D9-619278871F80}" destId="{889392CA-29C8-49AA-A7BA-0EDE4300F7D4}" srcOrd="1" destOrd="0" presId="urn:microsoft.com/office/officeart/2018/2/layout/IconLabelDescriptionList"/>
    <dgm:cxn modelId="{02905520-0687-44B4-B420-1176959CA7B5}" type="presParOf" srcId="{D74A13E9-1D69-4413-A7D9-619278871F80}" destId="{324E106A-4541-4DA4-ADB2-0A84FAC5EB44}" srcOrd="2" destOrd="0" presId="urn:microsoft.com/office/officeart/2018/2/layout/IconLabelDescriptionList"/>
    <dgm:cxn modelId="{EA44CC05-83C1-49E3-847B-B7E2E1FD8827}" type="presParOf" srcId="{D74A13E9-1D69-4413-A7D9-619278871F80}" destId="{57D0972C-EA06-4061-81C1-84ADCB49E5B6}" srcOrd="3" destOrd="0" presId="urn:microsoft.com/office/officeart/2018/2/layout/IconLabelDescriptionList"/>
    <dgm:cxn modelId="{F3401655-3178-4EA7-A370-7737C6D7301D}" type="presParOf" srcId="{D74A13E9-1D69-4413-A7D9-619278871F80}" destId="{D5327FB2-A6F8-4E0E-9738-0097AB44705A}" srcOrd="4" destOrd="0" presId="urn:microsoft.com/office/officeart/2018/2/layout/IconLabelDescriptionList"/>
    <dgm:cxn modelId="{F1D65D60-0E4D-4C34-BB96-3D2FEE038AE6}" type="presParOf" srcId="{D012070E-647B-4280-B9F5-E2F4780BD31C}" destId="{272DCB4B-A5B6-4E20-9334-1AC085567FAB}" srcOrd="1" destOrd="0" presId="urn:microsoft.com/office/officeart/2018/2/layout/IconLabelDescriptionList"/>
    <dgm:cxn modelId="{786EAF3E-D10A-4A95-9451-65A9F9BDCC39}" type="presParOf" srcId="{D012070E-647B-4280-B9F5-E2F4780BD31C}" destId="{858D7637-9B27-4D54-8B21-EFC1C615A202}" srcOrd="2" destOrd="0" presId="urn:microsoft.com/office/officeart/2018/2/layout/IconLabelDescriptionList"/>
    <dgm:cxn modelId="{A47AFD49-B2F0-4EEC-A2D6-9B9873EB886C}" type="presParOf" srcId="{858D7637-9B27-4D54-8B21-EFC1C615A202}" destId="{63E50264-BF63-4C41-909D-226A1190B47C}" srcOrd="0" destOrd="0" presId="urn:microsoft.com/office/officeart/2018/2/layout/IconLabelDescriptionList"/>
    <dgm:cxn modelId="{966A2066-F4EE-4750-89DC-ADA86E60C770}" type="presParOf" srcId="{858D7637-9B27-4D54-8B21-EFC1C615A202}" destId="{BBE73CC2-1321-4DF0-943C-31A40A6B0086}" srcOrd="1" destOrd="0" presId="urn:microsoft.com/office/officeart/2018/2/layout/IconLabelDescriptionList"/>
    <dgm:cxn modelId="{8330AA62-B35B-42CC-97FB-888D7D6666F6}" type="presParOf" srcId="{858D7637-9B27-4D54-8B21-EFC1C615A202}" destId="{C1A3F267-5FAC-4D86-920A-5268D9544705}" srcOrd="2" destOrd="0" presId="urn:microsoft.com/office/officeart/2018/2/layout/IconLabelDescriptionList"/>
    <dgm:cxn modelId="{346A5762-4DE7-4433-80BC-1013F32E8452}" type="presParOf" srcId="{858D7637-9B27-4D54-8B21-EFC1C615A202}" destId="{05165042-7F68-4DDC-830C-21F8F9CC81D2}" srcOrd="3" destOrd="0" presId="urn:microsoft.com/office/officeart/2018/2/layout/IconLabelDescriptionList"/>
    <dgm:cxn modelId="{D3418073-C6DF-45BA-9A5B-669AFB089C7F}" type="presParOf" srcId="{858D7637-9B27-4D54-8B21-EFC1C615A202}" destId="{8399CB2A-5241-4A91-9873-5C80D1C2AC4B}" srcOrd="4" destOrd="0" presId="urn:microsoft.com/office/officeart/2018/2/layout/IconLabelDescriptionList"/>
    <dgm:cxn modelId="{A55087BE-07D3-42A9-B07A-E70F17EF2183}" type="presParOf" srcId="{D012070E-647B-4280-B9F5-E2F4780BD31C}" destId="{FBE856C3-F2CF-46FB-8F69-81FE8810DB12}" srcOrd="3" destOrd="0" presId="urn:microsoft.com/office/officeart/2018/2/layout/IconLabelDescriptionList"/>
    <dgm:cxn modelId="{74B0F5D3-C360-4005-BD38-2060A1B8DC5C}" type="presParOf" srcId="{D012070E-647B-4280-B9F5-E2F4780BD31C}" destId="{34EC686D-C3F6-4617-9205-2037E9DD8DE3}" srcOrd="4" destOrd="0" presId="urn:microsoft.com/office/officeart/2018/2/layout/IconLabelDescriptionList"/>
    <dgm:cxn modelId="{E87F993A-9982-4244-B663-FC5089CFFB37}" type="presParOf" srcId="{34EC686D-C3F6-4617-9205-2037E9DD8DE3}" destId="{90394066-2F6A-418B-983B-BC64F3DD4187}" srcOrd="0" destOrd="0" presId="urn:microsoft.com/office/officeart/2018/2/layout/IconLabelDescriptionList"/>
    <dgm:cxn modelId="{D2AD28A4-7C1A-4045-8AB3-29351F787B30}" type="presParOf" srcId="{34EC686D-C3F6-4617-9205-2037E9DD8DE3}" destId="{5EED6FBE-B7F7-4BB3-9367-F5C46D952705}" srcOrd="1" destOrd="0" presId="urn:microsoft.com/office/officeart/2018/2/layout/IconLabelDescriptionList"/>
    <dgm:cxn modelId="{C3C7C345-3AA4-43B5-84B6-E84400DD3D3E}" type="presParOf" srcId="{34EC686D-C3F6-4617-9205-2037E9DD8DE3}" destId="{0BB06050-1C7A-49AE-82F0-4116FABA7077}" srcOrd="2" destOrd="0" presId="urn:microsoft.com/office/officeart/2018/2/layout/IconLabelDescriptionList"/>
    <dgm:cxn modelId="{A0356B31-AFB9-43CF-B167-F887FF32DE25}" type="presParOf" srcId="{34EC686D-C3F6-4617-9205-2037E9DD8DE3}" destId="{B340E297-D9F3-4132-AE11-0EFBEAA5F2E1}" srcOrd="3" destOrd="0" presId="urn:microsoft.com/office/officeart/2018/2/layout/IconLabelDescriptionList"/>
    <dgm:cxn modelId="{27A59D2A-841C-49AC-AD86-B6D6C1782CB9}" type="presParOf" srcId="{34EC686D-C3F6-4617-9205-2037E9DD8DE3}" destId="{25A404B4-D7D0-49B0-889B-E426C32844E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E03F1E-B418-4EC3-81C2-0E1AEC15A2C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30135E2-3BE8-4081-A479-B56E43A3F613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Row count validation after transformation</a:t>
          </a:r>
        </a:p>
      </dgm:t>
    </dgm:pt>
    <dgm:pt modelId="{D82C0CCB-E7CA-44C8-95B2-42B64C292A44}" type="parTrans" cxnId="{928B86AE-1E81-4D34-B414-553FCFCCA143}">
      <dgm:prSet/>
      <dgm:spPr/>
      <dgm:t>
        <a:bodyPr/>
        <a:lstStyle/>
        <a:p>
          <a:endParaRPr lang="en-US"/>
        </a:p>
      </dgm:t>
    </dgm:pt>
    <dgm:pt modelId="{005B751F-BBBD-4C5E-A5F9-37405C0597B8}" type="sibTrans" cxnId="{928B86AE-1E81-4D34-B414-553FCFCCA14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19EF920-7F8D-4724-8F14-5D61E9AC7376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Null and blank value checks</a:t>
          </a:r>
        </a:p>
      </dgm:t>
    </dgm:pt>
    <dgm:pt modelId="{5EE1DCAB-E73E-45A0-AEBF-499059CF60AB}" type="parTrans" cxnId="{EE9629B6-D603-4447-A8FC-1992D6796653}">
      <dgm:prSet/>
      <dgm:spPr/>
      <dgm:t>
        <a:bodyPr/>
        <a:lstStyle/>
        <a:p>
          <a:endParaRPr lang="en-US"/>
        </a:p>
      </dgm:t>
    </dgm:pt>
    <dgm:pt modelId="{5AA48B64-4F21-4697-8B31-F43256C4E8C5}" type="sibTrans" cxnId="{EE9629B6-D603-4447-A8FC-1992D6796653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40BA1E7-28E5-4385-B4D8-34ADC0B39025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Duplicate detection and prevention</a:t>
          </a:r>
        </a:p>
      </dgm:t>
    </dgm:pt>
    <dgm:pt modelId="{BBE47B82-A874-4767-A63F-F705B3CA9441}" type="parTrans" cxnId="{E2B93657-1BAF-4EE2-90CA-3785251A5391}">
      <dgm:prSet/>
      <dgm:spPr/>
      <dgm:t>
        <a:bodyPr/>
        <a:lstStyle/>
        <a:p>
          <a:endParaRPr lang="en-US"/>
        </a:p>
      </dgm:t>
    </dgm:pt>
    <dgm:pt modelId="{8136E26A-939B-4CFA-B4B5-6D04C890D0F9}" type="sibTrans" cxnId="{E2B93657-1BAF-4EE2-90CA-3785251A539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14FCE95-951B-4810-B06E-DE3D48171614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Validation logs generated for auditability</a:t>
          </a:r>
        </a:p>
      </dgm:t>
    </dgm:pt>
    <dgm:pt modelId="{A7BD883D-C7F2-4E18-AA0A-F5ADCB77C204}" type="parTrans" cxnId="{DE8C3AFA-FA04-4812-8B74-E336F8897A73}">
      <dgm:prSet/>
      <dgm:spPr/>
      <dgm:t>
        <a:bodyPr/>
        <a:lstStyle/>
        <a:p>
          <a:endParaRPr lang="en-US"/>
        </a:p>
      </dgm:t>
    </dgm:pt>
    <dgm:pt modelId="{1F1FC786-8CC9-4037-BAC8-4105C42F0997}" type="sibTrans" cxnId="{DE8C3AFA-FA04-4812-8B74-E336F8897A73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A4620BB6-9F9E-4101-A490-98D9AC44A833}" type="pres">
      <dgm:prSet presAssocID="{50E03F1E-B418-4EC3-81C2-0E1AEC15A2CC}" presName="Name0" presStyleCnt="0">
        <dgm:presLayoutVars>
          <dgm:animLvl val="lvl"/>
          <dgm:resizeHandles val="exact"/>
        </dgm:presLayoutVars>
      </dgm:prSet>
      <dgm:spPr/>
    </dgm:pt>
    <dgm:pt modelId="{E50CB718-B8D1-4B1F-AB4E-4137B10115CD}" type="pres">
      <dgm:prSet presAssocID="{130135E2-3BE8-4081-A479-B56E43A3F613}" presName="compositeNode" presStyleCnt="0">
        <dgm:presLayoutVars>
          <dgm:bulletEnabled val="1"/>
        </dgm:presLayoutVars>
      </dgm:prSet>
      <dgm:spPr/>
    </dgm:pt>
    <dgm:pt modelId="{321CBE54-F1AF-458D-B8DB-986FEFB8F370}" type="pres">
      <dgm:prSet presAssocID="{130135E2-3BE8-4081-A479-B56E43A3F613}" presName="bgRect" presStyleLbl="alignNode1" presStyleIdx="0" presStyleCnt="4"/>
      <dgm:spPr/>
    </dgm:pt>
    <dgm:pt modelId="{2C4CFDF3-5B4F-4806-987C-6620D0EFBFF7}" type="pres">
      <dgm:prSet presAssocID="{005B751F-BBBD-4C5E-A5F9-37405C0597B8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92318A7F-199D-427C-A31B-6A1155902C19}" type="pres">
      <dgm:prSet presAssocID="{130135E2-3BE8-4081-A479-B56E43A3F613}" presName="nodeRect" presStyleLbl="alignNode1" presStyleIdx="0" presStyleCnt="4">
        <dgm:presLayoutVars>
          <dgm:bulletEnabled val="1"/>
        </dgm:presLayoutVars>
      </dgm:prSet>
      <dgm:spPr/>
    </dgm:pt>
    <dgm:pt modelId="{F91981CF-DC39-42E7-B026-C72D964C4AC5}" type="pres">
      <dgm:prSet presAssocID="{005B751F-BBBD-4C5E-A5F9-37405C0597B8}" presName="sibTrans" presStyleCnt="0"/>
      <dgm:spPr/>
    </dgm:pt>
    <dgm:pt modelId="{93C16007-266B-41AB-886D-8BF9444C1FA7}" type="pres">
      <dgm:prSet presAssocID="{219EF920-7F8D-4724-8F14-5D61E9AC7376}" presName="compositeNode" presStyleCnt="0">
        <dgm:presLayoutVars>
          <dgm:bulletEnabled val="1"/>
        </dgm:presLayoutVars>
      </dgm:prSet>
      <dgm:spPr/>
    </dgm:pt>
    <dgm:pt modelId="{752F7C18-93DA-4736-9082-E502518DF717}" type="pres">
      <dgm:prSet presAssocID="{219EF920-7F8D-4724-8F14-5D61E9AC7376}" presName="bgRect" presStyleLbl="alignNode1" presStyleIdx="1" presStyleCnt="4"/>
      <dgm:spPr/>
    </dgm:pt>
    <dgm:pt modelId="{51EABE9C-7BD8-47AD-8FA8-845D32C95408}" type="pres">
      <dgm:prSet presAssocID="{5AA48B64-4F21-4697-8B31-F43256C4E8C5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0E91BD3-4DCC-49AE-8352-3DC600BB105F}" type="pres">
      <dgm:prSet presAssocID="{219EF920-7F8D-4724-8F14-5D61E9AC7376}" presName="nodeRect" presStyleLbl="alignNode1" presStyleIdx="1" presStyleCnt="4">
        <dgm:presLayoutVars>
          <dgm:bulletEnabled val="1"/>
        </dgm:presLayoutVars>
      </dgm:prSet>
      <dgm:spPr/>
    </dgm:pt>
    <dgm:pt modelId="{F43A4264-F446-4988-A51E-C8A3BD117C06}" type="pres">
      <dgm:prSet presAssocID="{5AA48B64-4F21-4697-8B31-F43256C4E8C5}" presName="sibTrans" presStyleCnt="0"/>
      <dgm:spPr/>
    </dgm:pt>
    <dgm:pt modelId="{5424BF42-52A4-4A76-A09D-ACFD982EDE91}" type="pres">
      <dgm:prSet presAssocID="{B40BA1E7-28E5-4385-B4D8-34ADC0B39025}" presName="compositeNode" presStyleCnt="0">
        <dgm:presLayoutVars>
          <dgm:bulletEnabled val="1"/>
        </dgm:presLayoutVars>
      </dgm:prSet>
      <dgm:spPr/>
    </dgm:pt>
    <dgm:pt modelId="{BC58626D-98A6-472D-A072-499A571FE28B}" type="pres">
      <dgm:prSet presAssocID="{B40BA1E7-28E5-4385-B4D8-34ADC0B39025}" presName="bgRect" presStyleLbl="alignNode1" presStyleIdx="2" presStyleCnt="4"/>
      <dgm:spPr/>
    </dgm:pt>
    <dgm:pt modelId="{08E0531A-1EDB-4A14-A406-01EE1E792B8E}" type="pres">
      <dgm:prSet presAssocID="{8136E26A-939B-4CFA-B4B5-6D04C890D0F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EB75FAA-8B3F-4D27-9A7A-B03B02B67ABD}" type="pres">
      <dgm:prSet presAssocID="{B40BA1E7-28E5-4385-B4D8-34ADC0B39025}" presName="nodeRect" presStyleLbl="alignNode1" presStyleIdx="2" presStyleCnt="4">
        <dgm:presLayoutVars>
          <dgm:bulletEnabled val="1"/>
        </dgm:presLayoutVars>
      </dgm:prSet>
      <dgm:spPr/>
    </dgm:pt>
    <dgm:pt modelId="{FE89F617-A1C6-4A47-9672-A590FC37266A}" type="pres">
      <dgm:prSet presAssocID="{8136E26A-939B-4CFA-B4B5-6D04C890D0F9}" presName="sibTrans" presStyleCnt="0"/>
      <dgm:spPr/>
    </dgm:pt>
    <dgm:pt modelId="{84BBA98C-62BC-41E9-88DD-9E5964E3978A}" type="pres">
      <dgm:prSet presAssocID="{C14FCE95-951B-4810-B06E-DE3D48171614}" presName="compositeNode" presStyleCnt="0">
        <dgm:presLayoutVars>
          <dgm:bulletEnabled val="1"/>
        </dgm:presLayoutVars>
      </dgm:prSet>
      <dgm:spPr/>
    </dgm:pt>
    <dgm:pt modelId="{6B075CDC-FEAF-49F0-9FF1-79E8F8CE165A}" type="pres">
      <dgm:prSet presAssocID="{C14FCE95-951B-4810-B06E-DE3D48171614}" presName="bgRect" presStyleLbl="alignNode1" presStyleIdx="3" presStyleCnt="4"/>
      <dgm:spPr/>
    </dgm:pt>
    <dgm:pt modelId="{D9246DC9-02FF-43D3-B8B3-CEF7FFD0B7E2}" type="pres">
      <dgm:prSet presAssocID="{1F1FC786-8CC9-4037-BAC8-4105C42F0997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F296F4C0-4E5C-4959-AF5B-1E43E89ADBBB}" type="pres">
      <dgm:prSet presAssocID="{C14FCE95-951B-4810-B06E-DE3D48171614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EC397D16-B058-4736-8028-1D51F33513A1}" type="presOf" srcId="{50E03F1E-B418-4EC3-81C2-0E1AEC15A2CC}" destId="{A4620BB6-9F9E-4101-A490-98D9AC44A833}" srcOrd="0" destOrd="0" presId="urn:microsoft.com/office/officeart/2016/7/layout/LinearBlockProcessNumbered"/>
    <dgm:cxn modelId="{C1FAAF16-6363-47A4-87EA-C52B7DA55E08}" type="presOf" srcId="{005B751F-BBBD-4C5E-A5F9-37405C0597B8}" destId="{2C4CFDF3-5B4F-4806-987C-6620D0EFBFF7}" srcOrd="0" destOrd="0" presId="urn:microsoft.com/office/officeart/2016/7/layout/LinearBlockProcessNumbered"/>
    <dgm:cxn modelId="{7ABB6D20-64E0-4CA8-9B05-62AAAD0D9247}" type="presOf" srcId="{219EF920-7F8D-4724-8F14-5D61E9AC7376}" destId="{752F7C18-93DA-4736-9082-E502518DF717}" srcOrd="0" destOrd="0" presId="urn:microsoft.com/office/officeart/2016/7/layout/LinearBlockProcessNumbered"/>
    <dgm:cxn modelId="{E3B5E734-4280-40A7-918B-0E9134D5CF59}" type="presOf" srcId="{130135E2-3BE8-4081-A479-B56E43A3F613}" destId="{321CBE54-F1AF-458D-B8DB-986FEFB8F370}" srcOrd="0" destOrd="0" presId="urn:microsoft.com/office/officeart/2016/7/layout/LinearBlockProcessNumbered"/>
    <dgm:cxn modelId="{E7D59F69-7989-42F2-A6DD-DC1FC709359C}" type="presOf" srcId="{130135E2-3BE8-4081-A479-B56E43A3F613}" destId="{92318A7F-199D-427C-A31B-6A1155902C19}" srcOrd="1" destOrd="0" presId="urn:microsoft.com/office/officeart/2016/7/layout/LinearBlockProcessNumbered"/>
    <dgm:cxn modelId="{0852214F-DB08-4804-83EA-CC2167836FEE}" type="presOf" srcId="{1F1FC786-8CC9-4037-BAC8-4105C42F0997}" destId="{D9246DC9-02FF-43D3-B8B3-CEF7FFD0B7E2}" srcOrd="0" destOrd="0" presId="urn:microsoft.com/office/officeart/2016/7/layout/LinearBlockProcessNumbered"/>
    <dgm:cxn modelId="{28EC9754-5874-49C8-915B-1D0D05D7432D}" type="presOf" srcId="{B40BA1E7-28E5-4385-B4D8-34ADC0B39025}" destId="{0EB75FAA-8B3F-4D27-9A7A-B03B02B67ABD}" srcOrd="1" destOrd="0" presId="urn:microsoft.com/office/officeart/2016/7/layout/LinearBlockProcessNumbered"/>
    <dgm:cxn modelId="{E2B93657-1BAF-4EE2-90CA-3785251A5391}" srcId="{50E03F1E-B418-4EC3-81C2-0E1AEC15A2CC}" destId="{B40BA1E7-28E5-4385-B4D8-34ADC0B39025}" srcOrd="2" destOrd="0" parTransId="{BBE47B82-A874-4767-A63F-F705B3CA9441}" sibTransId="{8136E26A-939B-4CFA-B4B5-6D04C890D0F9}"/>
    <dgm:cxn modelId="{756CFA5A-A0DC-46B4-A1C7-4F719404E460}" type="presOf" srcId="{C14FCE95-951B-4810-B06E-DE3D48171614}" destId="{6B075CDC-FEAF-49F0-9FF1-79E8F8CE165A}" srcOrd="0" destOrd="0" presId="urn:microsoft.com/office/officeart/2016/7/layout/LinearBlockProcessNumbered"/>
    <dgm:cxn modelId="{604FDA90-44CF-4575-A7F1-2D47611F889A}" type="presOf" srcId="{B40BA1E7-28E5-4385-B4D8-34ADC0B39025}" destId="{BC58626D-98A6-472D-A072-499A571FE28B}" srcOrd="0" destOrd="0" presId="urn:microsoft.com/office/officeart/2016/7/layout/LinearBlockProcessNumbered"/>
    <dgm:cxn modelId="{928B86AE-1E81-4D34-B414-553FCFCCA143}" srcId="{50E03F1E-B418-4EC3-81C2-0E1AEC15A2CC}" destId="{130135E2-3BE8-4081-A479-B56E43A3F613}" srcOrd="0" destOrd="0" parTransId="{D82C0CCB-E7CA-44C8-95B2-42B64C292A44}" sibTransId="{005B751F-BBBD-4C5E-A5F9-37405C0597B8}"/>
    <dgm:cxn modelId="{EE9629B6-D603-4447-A8FC-1992D6796653}" srcId="{50E03F1E-B418-4EC3-81C2-0E1AEC15A2CC}" destId="{219EF920-7F8D-4724-8F14-5D61E9AC7376}" srcOrd="1" destOrd="0" parTransId="{5EE1DCAB-E73E-45A0-AEBF-499059CF60AB}" sibTransId="{5AA48B64-4F21-4697-8B31-F43256C4E8C5}"/>
    <dgm:cxn modelId="{0B4F65C4-50A7-4F31-A737-0E1D21EF661C}" type="presOf" srcId="{8136E26A-939B-4CFA-B4B5-6D04C890D0F9}" destId="{08E0531A-1EDB-4A14-A406-01EE1E792B8E}" srcOrd="0" destOrd="0" presId="urn:microsoft.com/office/officeart/2016/7/layout/LinearBlockProcessNumbered"/>
    <dgm:cxn modelId="{6E5D54DD-A5D0-47EA-9099-E8C864125687}" type="presOf" srcId="{C14FCE95-951B-4810-B06E-DE3D48171614}" destId="{F296F4C0-4E5C-4959-AF5B-1E43E89ADBBB}" srcOrd="1" destOrd="0" presId="urn:microsoft.com/office/officeart/2016/7/layout/LinearBlockProcessNumbered"/>
    <dgm:cxn modelId="{098C5FE6-ADAA-4444-95E2-8914CBA4B8BF}" type="presOf" srcId="{5AA48B64-4F21-4697-8B31-F43256C4E8C5}" destId="{51EABE9C-7BD8-47AD-8FA8-845D32C95408}" srcOrd="0" destOrd="0" presId="urn:microsoft.com/office/officeart/2016/7/layout/LinearBlockProcessNumbered"/>
    <dgm:cxn modelId="{6F9690ED-469F-4AA8-8AB4-44C8AC57D9C8}" type="presOf" srcId="{219EF920-7F8D-4724-8F14-5D61E9AC7376}" destId="{E0E91BD3-4DCC-49AE-8352-3DC600BB105F}" srcOrd="1" destOrd="0" presId="urn:microsoft.com/office/officeart/2016/7/layout/LinearBlockProcessNumbered"/>
    <dgm:cxn modelId="{DE8C3AFA-FA04-4812-8B74-E336F8897A73}" srcId="{50E03F1E-B418-4EC3-81C2-0E1AEC15A2CC}" destId="{C14FCE95-951B-4810-B06E-DE3D48171614}" srcOrd="3" destOrd="0" parTransId="{A7BD883D-C7F2-4E18-AA0A-F5ADCB77C204}" sibTransId="{1F1FC786-8CC9-4037-BAC8-4105C42F0997}"/>
    <dgm:cxn modelId="{2464DCBD-83ED-4FE6-9389-AC89FF050E25}" type="presParOf" srcId="{A4620BB6-9F9E-4101-A490-98D9AC44A833}" destId="{E50CB718-B8D1-4B1F-AB4E-4137B10115CD}" srcOrd="0" destOrd="0" presId="urn:microsoft.com/office/officeart/2016/7/layout/LinearBlockProcessNumbered"/>
    <dgm:cxn modelId="{13241EE9-B573-49AD-A83B-D4B98D7DBD86}" type="presParOf" srcId="{E50CB718-B8D1-4B1F-AB4E-4137B10115CD}" destId="{321CBE54-F1AF-458D-B8DB-986FEFB8F370}" srcOrd="0" destOrd="0" presId="urn:microsoft.com/office/officeart/2016/7/layout/LinearBlockProcessNumbered"/>
    <dgm:cxn modelId="{3ECC7DC7-F079-4535-B54E-55309CC3397F}" type="presParOf" srcId="{E50CB718-B8D1-4B1F-AB4E-4137B10115CD}" destId="{2C4CFDF3-5B4F-4806-987C-6620D0EFBFF7}" srcOrd="1" destOrd="0" presId="urn:microsoft.com/office/officeart/2016/7/layout/LinearBlockProcessNumbered"/>
    <dgm:cxn modelId="{5C522C28-E51A-432B-9FD9-6B1DA78FCA39}" type="presParOf" srcId="{E50CB718-B8D1-4B1F-AB4E-4137B10115CD}" destId="{92318A7F-199D-427C-A31B-6A1155902C19}" srcOrd="2" destOrd="0" presId="urn:microsoft.com/office/officeart/2016/7/layout/LinearBlockProcessNumbered"/>
    <dgm:cxn modelId="{108FD440-E90E-424C-862E-B47AD111DA23}" type="presParOf" srcId="{A4620BB6-9F9E-4101-A490-98D9AC44A833}" destId="{F91981CF-DC39-42E7-B026-C72D964C4AC5}" srcOrd="1" destOrd="0" presId="urn:microsoft.com/office/officeart/2016/7/layout/LinearBlockProcessNumbered"/>
    <dgm:cxn modelId="{750981AD-FBBF-409D-84B0-54B9A856299D}" type="presParOf" srcId="{A4620BB6-9F9E-4101-A490-98D9AC44A833}" destId="{93C16007-266B-41AB-886D-8BF9444C1FA7}" srcOrd="2" destOrd="0" presId="urn:microsoft.com/office/officeart/2016/7/layout/LinearBlockProcessNumbered"/>
    <dgm:cxn modelId="{0CEC66EF-6879-4BB2-9D2E-FFBBAA22D7FF}" type="presParOf" srcId="{93C16007-266B-41AB-886D-8BF9444C1FA7}" destId="{752F7C18-93DA-4736-9082-E502518DF717}" srcOrd="0" destOrd="0" presId="urn:microsoft.com/office/officeart/2016/7/layout/LinearBlockProcessNumbered"/>
    <dgm:cxn modelId="{35816FBA-FE52-47F2-AA10-3BD563280B39}" type="presParOf" srcId="{93C16007-266B-41AB-886D-8BF9444C1FA7}" destId="{51EABE9C-7BD8-47AD-8FA8-845D32C95408}" srcOrd="1" destOrd="0" presId="urn:microsoft.com/office/officeart/2016/7/layout/LinearBlockProcessNumbered"/>
    <dgm:cxn modelId="{67C14EEB-5F26-4351-92F2-3111AA8B6424}" type="presParOf" srcId="{93C16007-266B-41AB-886D-8BF9444C1FA7}" destId="{E0E91BD3-4DCC-49AE-8352-3DC600BB105F}" srcOrd="2" destOrd="0" presId="urn:microsoft.com/office/officeart/2016/7/layout/LinearBlockProcessNumbered"/>
    <dgm:cxn modelId="{04353005-65E4-46CA-AC17-488FA989A7DA}" type="presParOf" srcId="{A4620BB6-9F9E-4101-A490-98D9AC44A833}" destId="{F43A4264-F446-4988-A51E-C8A3BD117C06}" srcOrd="3" destOrd="0" presId="urn:microsoft.com/office/officeart/2016/7/layout/LinearBlockProcessNumbered"/>
    <dgm:cxn modelId="{DA0DCE1B-FAB9-49DF-8713-3C488D034598}" type="presParOf" srcId="{A4620BB6-9F9E-4101-A490-98D9AC44A833}" destId="{5424BF42-52A4-4A76-A09D-ACFD982EDE91}" srcOrd="4" destOrd="0" presId="urn:microsoft.com/office/officeart/2016/7/layout/LinearBlockProcessNumbered"/>
    <dgm:cxn modelId="{4BD8179D-2308-4A74-A3BE-4EE1188DEC3A}" type="presParOf" srcId="{5424BF42-52A4-4A76-A09D-ACFD982EDE91}" destId="{BC58626D-98A6-472D-A072-499A571FE28B}" srcOrd="0" destOrd="0" presId="urn:microsoft.com/office/officeart/2016/7/layout/LinearBlockProcessNumbered"/>
    <dgm:cxn modelId="{91ECA882-3D66-47B5-9BD1-9F75EA87EEBD}" type="presParOf" srcId="{5424BF42-52A4-4A76-A09D-ACFD982EDE91}" destId="{08E0531A-1EDB-4A14-A406-01EE1E792B8E}" srcOrd="1" destOrd="0" presId="urn:microsoft.com/office/officeart/2016/7/layout/LinearBlockProcessNumbered"/>
    <dgm:cxn modelId="{219BE416-B15F-400E-9AD5-6F16D09F0813}" type="presParOf" srcId="{5424BF42-52A4-4A76-A09D-ACFD982EDE91}" destId="{0EB75FAA-8B3F-4D27-9A7A-B03B02B67ABD}" srcOrd="2" destOrd="0" presId="urn:microsoft.com/office/officeart/2016/7/layout/LinearBlockProcessNumbered"/>
    <dgm:cxn modelId="{EDC5619D-89AB-4410-8EB1-D7A401C1A338}" type="presParOf" srcId="{A4620BB6-9F9E-4101-A490-98D9AC44A833}" destId="{FE89F617-A1C6-4A47-9672-A590FC37266A}" srcOrd="5" destOrd="0" presId="urn:microsoft.com/office/officeart/2016/7/layout/LinearBlockProcessNumbered"/>
    <dgm:cxn modelId="{CEF83C13-F549-44E6-BF77-3588C5B12E4E}" type="presParOf" srcId="{A4620BB6-9F9E-4101-A490-98D9AC44A833}" destId="{84BBA98C-62BC-41E9-88DD-9E5964E3978A}" srcOrd="6" destOrd="0" presId="urn:microsoft.com/office/officeart/2016/7/layout/LinearBlockProcessNumbered"/>
    <dgm:cxn modelId="{B394EC12-E279-4BDD-8C7E-196EED3A6EE0}" type="presParOf" srcId="{84BBA98C-62BC-41E9-88DD-9E5964E3978A}" destId="{6B075CDC-FEAF-49F0-9FF1-79E8F8CE165A}" srcOrd="0" destOrd="0" presId="urn:microsoft.com/office/officeart/2016/7/layout/LinearBlockProcessNumbered"/>
    <dgm:cxn modelId="{CE2BB05B-6330-4969-8533-4E139A957081}" type="presParOf" srcId="{84BBA98C-62BC-41E9-88DD-9E5964E3978A}" destId="{D9246DC9-02FF-43D3-B8B3-CEF7FFD0B7E2}" srcOrd="1" destOrd="0" presId="urn:microsoft.com/office/officeart/2016/7/layout/LinearBlockProcessNumbered"/>
    <dgm:cxn modelId="{C3217B3D-11A2-4201-AF63-06A2ECB19E62}" type="presParOf" srcId="{84BBA98C-62BC-41E9-88DD-9E5964E3978A}" destId="{F296F4C0-4E5C-4959-AF5B-1E43E89ADBB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E83392-DE6F-4ABE-9A07-1459744912F8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30E97E9-934E-486D-B622-65F7BCA7334E}">
      <dgm:prSet/>
      <dgm:spPr/>
      <dgm:t>
        <a:bodyPr/>
        <a:lstStyle/>
        <a:p>
          <a:r>
            <a:rPr lang="en-US" dirty="0">
              <a:latin typeface="Segoe UI" panose="020B0502040204020203" pitchFamily="34" charset="0"/>
              <a:cs typeface="Segoe UI" panose="020B0502040204020203" pitchFamily="34" charset="0"/>
            </a:rPr>
            <a:t>Automated pipeline execution using Windows Task Scheduler</a:t>
          </a:r>
        </a:p>
      </dgm:t>
    </dgm:pt>
    <dgm:pt modelId="{632E4B41-8BD9-4987-BEBF-96123D072112}" type="parTrans" cxnId="{283F4821-A2C0-40AB-A99C-AA058B8419B1}">
      <dgm:prSet/>
      <dgm:spPr/>
      <dgm:t>
        <a:bodyPr/>
        <a:lstStyle/>
        <a:p>
          <a:endParaRPr lang="en-US"/>
        </a:p>
      </dgm:t>
    </dgm:pt>
    <dgm:pt modelId="{148402D0-28C9-4128-A66B-A272AEF433BA}" type="sibTrans" cxnId="{283F4821-A2C0-40AB-A99C-AA058B8419B1}">
      <dgm:prSet/>
      <dgm:spPr/>
      <dgm:t>
        <a:bodyPr/>
        <a:lstStyle/>
        <a:p>
          <a:endParaRPr lang="en-US"/>
        </a:p>
      </dgm:t>
    </dgm:pt>
    <dgm:pt modelId="{E8F588FC-04B0-483B-A00E-C3904116DD8F}">
      <dgm:prSet/>
      <dgm:spPr/>
      <dgm:t>
        <a:bodyPr/>
        <a:lstStyle/>
        <a:p>
          <a:r>
            <a:rPr lang="en-US" dirty="0">
              <a:latin typeface="Segoe UI" panose="020B0502040204020203" pitchFamily="34" charset="0"/>
              <a:cs typeface="Segoe UI" panose="020B0502040204020203" pitchFamily="34" charset="0"/>
            </a:rPr>
            <a:t>Scheduled execution of end-to-end data pipeline</a:t>
          </a:r>
        </a:p>
      </dgm:t>
    </dgm:pt>
    <dgm:pt modelId="{16A4229C-FE08-4648-A3FC-9A8B8737DECB}" type="parTrans" cxnId="{E0FD4023-CB17-4E47-84F5-B3333D2EF6C2}">
      <dgm:prSet/>
      <dgm:spPr/>
      <dgm:t>
        <a:bodyPr/>
        <a:lstStyle/>
        <a:p>
          <a:endParaRPr lang="en-US"/>
        </a:p>
      </dgm:t>
    </dgm:pt>
    <dgm:pt modelId="{54B7BECE-608A-4778-BF68-7E0015889587}" type="sibTrans" cxnId="{E0FD4023-CB17-4E47-84F5-B3333D2EF6C2}">
      <dgm:prSet/>
      <dgm:spPr/>
      <dgm:t>
        <a:bodyPr/>
        <a:lstStyle/>
        <a:p>
          <a:endParaRPr lang="en-US"/>
        </a:p>
      </dgm:t>
    </dgm:pt>
    <dgm:pt modelId="{D17A4A82-C7D4-4166-8AAC-A02191BFC5B2}">
      <dgm:prSet/>
      <dgm:spPr/>
      <dgm:t>
        <a:bodyPr/>
        <a:lstStyle/>
        <a:p>
          <a:r>
            <a:rPr lang="en-US" dirty="0">
              <a:latin typeface="Segoe UI" panose="020B0502040204020203" pitchFamily="34" charset="0"/>
              <a:cs typeface="Segoe UI" panose="020B0502040204020203" pitchFamily="34" charset="0"/>
            </a:rPr>
            <a:t>Eliminated manual intervention for data refresh</a:t>
          </a:r>
        </a:p>
      </dgm:t>
    </dgm:pt>
    <dgm:pt modelId="{5079EB05-63D4-4057-ACBD-FCDCD844FBA3}" type="parTrans" cxnId="{66CC0EF8-01FC-4E3C-AE82-5ABF34B2D7D4}">
      <dgm:prSet/>
      <dgm:spPr/>
      <dgm:t>
        <a:bodyPr/>
        <a:lstStyle/>
        <a:p>
          <a:endParaRPr lang="en-US"/>
        </a:p>
      </dgm:t>
    </dgm:pt>
    <dgm:pt modelId="{C4F40A02-80B0-49D6-B9C9-31B9C79DAAB1}" type="sibTrans" cxnId="{66CC0EF8-01FC-4E3C-AE82-5ABF34B2D7D4}">
      <dgm:prSet/>
      <dgm:spPr/>
      <dgm:t>
        <a:bodyPr/>
        <a:lstStyle/>
        <a:p>
          <a:endParaRPr lang="en-US"/>
        </a:p>
      </dgm:t>
    </dgm:pt>
    <dgm:pt modelId="{F68E6722-546F-42E7-AA69-371C6E2A923C}">
      <dgm:prSet/>
      <dgm:spPr/>
      <dgm:t>
        <a:bodyPr/>
        <a:lstStyle/>
        <a:p>
          <a:r>
            <a:rPr lang="en-US" dirty="0">
              <a:latin typeface="Segoe UI" panose="020B0502040204020203" pitchFamily="34" charset="0"/>
              <a:cs typeface="Segoe UI" panose="020B0502040204020203" pitchFamily="34" charset="0"/>
            </a:rPr>
            <a:t>Ensured consistent and timely availability of analytics data</a:t>
          </a:r>
        </a:p>
      </dgm:t>
    </dgm:pt>
    <dgm:pt modelId="{EED1BD61-D7FD-42F6-829A-D2F7CC0D612D}" type="parTrans" cxnId="{D33E0219-BD68-4766-AC92-B79F55408D85}">
      <dgm:prSet/>
      <dgm:spPr/>
      <dgm:t>
        <a:bodyPr/>
        <a:lstStyle/>
        <a:p>
          <a:endParaRPr lang="en-US"/>
        </a:p>
      </dgm:t>
    </dgm:pt>
    <dgm:pt modelId="{A57DBB87-6680-49B6-8529-0047A027F1D2}" type="sibTrans" cxnId="{D33E0219-BD68-4766-AC92-B79F55408D85}">
      <dgm:prSet/>
      <dgm:spPr/>
      <dgm:t>
        <a:bodyPr/>
        <a:lstStyle/>
        <a:p>
          <a:endParaRPr lang="en-US"/>
        </a:p>
      </dgm:t>
    </dgm:pt>
    <dgm:pt modelId="{F8B15A70-2AFC-47A8-A1C0-2E749E97FAE7}" type="pres">
      <dgm:prSet presAssocID="{D8E83392-DE6F-4ABE-9A07-1459744912F8}" presName="Name0" presStyleCnt="0">
        <dgm:presLayoutVars>
          <dgm:dir/>
          <dgm:resizeHandles val="exact"/>
        </dgm:presLayoutVars>
      </dgm:prSet>
      <dgm:spPr/>
    </dgm:pt>
    <dgm:pt modelId="{8613A515-8673-43FC-BA90-1EB13C8888A1}" type="pres">
      <dgm:prSet presAssocID="{630E97E9-934E-486D-B622-65F7BCA7334E}" presName="node" presStyleLbl="node1" presStyleIdx="0" presStyleCnt="4">
        <dgm:presLayoutVars>
          <dgm:bulletEnabled val="1"/>
        </dgm:presLayoutVars>
      </dgm:prSet>
      <dgm:spPr/>
    </dgm:pt>
    <dgm:pt modelId="{693FF959-AD2F-4FE6-98CC-FC1FD045E989}" type="pres">
      <dgm:prSet presAssocID="{148402D0-28C9-4128-A66B-A272AEF433BA}" presName="sibTrans" presStyleLbl="sibTrans2D1" presStyleIdx="0" presStyleCnt="3"/>
      <dgm:spPr/>
    </dgm:pt>
    <dgm:pt modelId="{050BCEEC-41FE-40E9-BC4F-53B8026FEFAC}" type="pres">
      <dgm:prSet presAssocID="{148402D0-28C9-4128-A66B-A272AEF433BA}" presName="connectorText" presStyleLbl="sibTrans2D1" presStyleIdx="0" presStyleCnt="3"/>
      <dgm:spPr/>
    </dgm:pt>
    <dgm:pt modelId="{1E996C42-53F7-4410-84F9-99AC7AA2D44B}" type="pres">
      <dgm:prSet presAssocID="{E8F588FC-04B0-483B-A00E-C3904116DD8F}" presName="node" presStyleLbl="node1" presStyleIdx="1" presStyleCnt="4">
        <dgm:presLayoutVars>
          <dgm:bulletEnabled val="1"/>
        </dgm:presLayoutVars>
      </dgm:prSet>
      <dgm:spPr/>
    </dgm:pt>
    <dgm:pt modelId="{45710565-F1E3-40E0-BCE8-E2E36C40C7DD}" type="pres">
      <dgm:prSet presAssocID="{54B7BECE-608A-4778-BF68-7E0015889587}" presName="sibTrans" presStyleLbl="sibTrans2D1" presStyleIdx="1" presStyleCnt="3"/>
      <dgm:spPr/>
    </dgm:pt>
    <dgm:pt modelId="{DA8B6F18-3DF0-4573-B827-D671266042D4}" type="pres">
      <dgm:prSet presAssocID="{54B7BECE-608A-4778-BF68-7E0015889587}" presName="connectorText" presStyleLbl="sibTrans2D1" presStyleIdx="1" presStyleCnt="3"/>
      <dgm:spPr/>
    </dgm:pt>
    <dgm:pt modelId="{527FFA59-0263-4F5D-8ADB-18F8559BD097}" type="pres">
      <dgm:prSet presAssocID="{D17A4A82-C7D4-4166-8AAC-A02191BFC5B2}" presName="node" presStyleLbl="node1" presStyleIdx="2" presStyleCnt="4">
        <dgm:presLayoutVars>
          <dgm:bulletEnabled val="1"/>
        </dgm:presLayoutVars>
      </dgm:prSet>
      <dgm:spPr/>
    </dgm:pt>
    <dgm:pt modelId="{EDB6B067-F4A8-4180-90B2-FCA73BD3DE4F}" type="pres">
      <dgm:prSet presAssocID="{C4F40A02-80B0-49D6-B9C9-31B9C79DAAB1}" presName="sibTrans" presStyleLbl="sibTrans2D1" presStyleIdx="2" presStyleCnt="3"/>
      <dgm:spPr/>
    </dgm:pt>
    <dgm:pt modelId="{0D89294B-0446-43AC-AE5E-A8930AFBE3D1}" type="pres">
      <dgm:prSet presAssocID="{C4F40A02-80B0-49D6-B9C9-31B9C79DAAB1}" presName="connectorText" presStyleLbl="sibTrans2D1" presStyleIdx="2" presStyleCnt="3"/>
      <dgm:spPr/>
    </dgm:pt>
    <dgm:pt modelId="{70286272-28D4-4DDB-A69B-1F608AA1EA39}" type="pres">
      <dgm:prSet presAssocID="{F68E6722-546F-42E7-AA69-371C6E2A923C}" presName="node" presStyleLbl="node1" presStyleIdx="3" presStyleCnt="4">
        <dgm:presLayoutVars>
          <dgm:bulletEnabled val="1"/>
        </dgm:presLayoutVars>
      </dgm:prSet>
      <dgm:spPr/>
    </dgm:pt>
  </dgm:ptLst>
  <dgm:cxnLst>
    <dgm:cxn modelId="{2D0DEE12-3C9F-459C-87B6-2958837CBDEE}" type="presOf" srcId="{54B7BECE-608A-4778-BF68-7E0015889587}" destId="{DA8B6F18-3DF0-4573-B827-D671266042D4}" srcOrd="1" destOrd="0" presId="urn:microsoft.com/office/officeart/2005/8/layout/process1"/>
    <dgm:cxn modelId="{D33E0219-BD68-4766-AC92-B79F55408D85}" srcId="{D8E83392-DE6F-4ABE-9A07-1459744912F8}" destId="{F68E6722-546F-42E7-AA69-371C6E2A923C}" srcOrd="3" destOrd="0" parTransId="{EED1BD61-D7FD-42F6-829A-D2F7CC0D612D}" sibTransId="{A57DBB87-6680-49B6-8529-0047A027F1D2}"/>
    <dgm:cxn modelId="{283F4821-A2C0-40AB-A99C-AA058B8419B1}" srcId="{D8E83392-DE6F-4ABE-9A07-1459744912F8}" destId="{630E97E9-934E-486D-B622-65F7BCA7334E}" srcOrd="0" destOrd="0" parTransId="{632E4B41-8BD9-4987-BEBF-96123D072112}" sibTransId="{148402D0-28C9-4128-A66B-A272AEF433BA}"/>
    <dgm:cxn modelId="{E0FD4023-CB17-4E47-84F5-B3333D2EF6C2}" srcId="{D8E83392-DE6F-4ABE-9A07-1459744912F8}" destId="{E8F588FC-04B0-483B-A00E-C3904116DD8F}" srcOrd="1" destOrd="0" parTransId="{16A4229C-FE08-4648-A3FC-9A8B8737DECB}" sibTransId="{54B7BECE-608A-4778-BF68-7E0015889587}"/>
    <dgm:cxn modelId="{24D71431-4A5B-459B-B56B-D437824FCA6E}" type="presOf" srcId="{54B7BECE-608A-4778-BF68-7E0015889587}" destId="{45710565-F1E3-40E0-BCE8-E2E36C40C7DD}" srcOrd="0" destOrd="0" presId="urn:microsoft.com/office/officeart/2005/8/layout/process1"/>
    <dgm:cxn modelId="{F9153D68-94A8-4797-8545-A6585C722004}" type="presOf" srcId="{F68E6722-546F-42E7-AA69-371C6E2A923C}" destId="{70286272-28D4-4DDB-A69B-1F608AA1EA39}" srcOrd="0" destOrd="0" presId="urn:microsoft.com/office/officeart/2005/8/layout/process1"/>
    <dgm:cxn modelId="{934E3371-A90E-436E-A69D-C0A835FC423A}" type="presOf" srcId="{D17A4A82-C7D4-4166-8AAC-A02191BFC5B2}" destId="{527FFA59-0263-4F5D-8ADB-18F8559BD097}" srcOrd="0" destOrd="0" presId="urn:microsoft.com/office/officeart/2005/8/layout/process1"/>
    <dgm:cxn modelId="{B4B6AA52-3F5D-4222-BEBB-9F0845ACF672}" type="presOf" srcId="{C4F40A02-80B0-49D6-B9C9-31B9C79DAAB1}" destId="{0D89294B-0446-43AC-AE5E-A8930AFBE3D1}" srcOrd="1" destOrd="0" presId="urn:microsoft.com/office/officeart/2005/8/layout/process1"/>
    <dgm:cxn modelId="{AC9E6D77-4328-4CB4-B893-707DD354C882}" type="presOf" srcId="{148402D0-28C9-4128-A66B-A272AEF433BA}" destId="{050BCEEC-41FE-40E9-BC4F-53B8026FEFAC}" srcOrd="1" destOrd="0" presId="urn:microsoft.com/office/officeart/2005/8/layout/process1"/>
    <dgm:cxn modelId="{0476C188-EC61-4FE0-BA3D-425D9DC6BC21}" type="presOf" srcId="{148402D0-28C9-4128-A66B-A272AEF433BA}" destId="{693FF959-AD2F-4FE6-98CC-FC1FD045E989}" srcOrd="0" destOrd="0" presId="urn:microsoft.com/office/officeart/2005/8/layout/process1"/>
    <dgm:cxn modelId="{8C3CD295-D5AC-4127-95F8-24C78C35050D}" type="presOf" srcId="{E8F588FC-04B0-483B-A00E-C3904116DD8F}" destId="{1E996C42-53F7-4410-84F9-99AC7AA2D44B}" srcOrd="0" destOrd="0" presId="urn:microsoft.com/office/officeart/2005/8/layout/process1"/>
    <dgm:cxn modelId="{3D30F8C5-61F2-4D35-8822-60F7E72B34F1}" type="presOf" srcId="{D8E83392-DE6F-4ABE-9A07-1459744912F8}" destId="{F8B15A70-2AFC-47A8-A1C0-2E749E97FAE7}" srcOrd="0" destOrd="0" presId="urn:microsoft.com/office/officeart/2005/8/layout/process1"/>
    <dgm:cxn modelId="{EE2AD1CD-1B30-4BD0-A603-E2B19F87AA81}" type="presOf" srcId="{630E97E9-934E-486D-B622-65F7BCA7334E}" destId="{8613A515-8673-43FC-BA90-1EB13C8888A1}" srcOrd="0" destOrd="0" presId="urn:microsoft.com/office/officeart/2005/8/layout/process1"/>
    <dgm:cxn modelId="{E9A30BD9-6B92-431E-94DF-04665C484A2F}" type="presOf" srcId="{C4F40A02-80B0-49D6-B9C9-31B9C79DAAB1}" destId="{EDB6B067-F4A8-4180-90B2-FCA73BD3DE4F}" srcOrd="0" destOrd="0" presId="urn:microsoft.com/office/officeart/2005/8/layout/process1"/>
    <dgm:cxn modelId="{66CC0EF8-01FC-4E3C-AE82-5ABF34B2D7D4}" srcId="{D8E83392-DE6F-4ABE-9A07-1459744912F8}" destId="{D17A4A82-C7D4-4166-8AAC-A02191BFC5B2}" srcOrd="2" destOrd="0" parTransId="{5079EB05-63D4-4057-ACBD-FCDCD844FBA3}" sibTransId="{C4F40A02-80B0-49D6-B9C9-31B9C79DAAB1}"/>
    <dgm:cxn modelId="{179925A6-C9C3-4526-8C46-0D8EB973E30A}" type="presParOf" srcId="{F8B15A70-2AFC-47A8-A1C0-2E749E97FAE7}" destId="{8613A515-8673-43FC-BA90-1EB13C8888A1}" srcOrd="0" destOrd="0" presId="urn:microsoft.com/office/officeart/2005/8/layout/process1"/>
    <dgm:cxn modelId="{72163771-6F5F-4800-B0BD-42928E495726}" type="presParOf" srcId="{F8B15A70-2AFC-47A8-A1C0-2E749E97FAE7}" destId="{693FF959-AD2F-4FE6-98CC-FC1FD045E989}" srcOrd="1" destOrd="0" presId="urn:microsoft.com/office/officeart/2005/8/layout/process1"/>
    <dgm:cxn modelId="{CC5362C3-B7DA-4632-A8D6-B821564A5CEB}" type="presParOf" srcId="{693FF959-AD2F-4FE6-98CC-FC1FD045E989}" destId="{050BCEEC-41FE-40E9-BC4F-53B8026FEFAC}" srcOrd="0" destOrd="0" presId="urn:microsoft.com/office/officeart/2005/8/layout/process1"/>
    <dgm:cxn modelId="{3CE926E0-A323-4943-B7AC-8D02DB0AC8BE}" type="presParOf" srcId="{F8B15A70-2AFC-47A8-A1C0-2E749E97FAE7}" destId="{1E996C42-53F7-4410-84F9-99AC7AA2D44B}" srcOrd="2" destOrd="0" presId="urn:microsoft.com/office/officeart/2005/8/layout/process1"/>
    <dgm:cxn modelId="{47F057EF-D3DA-4CD8-A225-03475D73A4C4}" type="presParOf" srcId="{F8B15A70-2AFC-47A8-A1C0-2E749E97FAE7}" destId="{45710565-F1E3-40E0-BCE8-E2E36C40C7DD}" srcOrd="3" destOrd="0" presId="urn:microsoft.com/office/officeart/2005/8/layout/process1"/>
    <dgm:cxn modelId="{1BC1C6B4-8435-4BD3-B0D7-2922BF16FDAE}" type="presParOf" srcId="{45710565-F1E3-40E0-BCE8-E2E36C40C7DD}" destId="{DA8B6F18-3DF0-4573-B827-D671266042D4}" srcOrd="0" destOrd="0" presId="urn:microsoft.com/office/officeart/2005/8/layout/process1"/>
    <dgm:cxn modelId="{024223B3-A27C-4997-B971-C7CF6912B98F}" type="presParOf" srcId="{F8B15A70-2AFC-47A8-A1C0-2E749E97FAE7}" destId="{527FFA59-0263-4F5D-8ADB-18F8559BD097}" srcOrd="4" destOrd="0" presId="urn:microsoft.com/office/officeart/2005/8/layout/process1"/>
    <dgm:cxn modelId="{91AEEA58-593B-418C-83CB-720A7FCD8F8C}" type="presParOf" srcId="{F8B15A70-2AFC-47A8-A1C0-2E749E97FAE7}" destId="{EDB6B067-F4A8-4180-90B2-FCA73BD3DE4F}" srcOrd="5" destOrd="0" presId="urn:microsoft.com/office/officeart/2005/8/layout/process1"/>
    <dgm:cxn modelId="{A05D6BB6-6381-436B-9FB8-DB4815C74604}" type="presParOf" srcId="{EDB6B067-F4A8-4180-90B2-FCA73BD3DE4F}" destId="{0D89294B-0446-43AC-AE5E-A8930AFBE3D1}" srcOrd="0" destOrd="0" presId="urn:microsoft.com/office/officeart/2005/8/layout/process1"/>
    <dgm:cxn modelId="{C03EFE61-54B7-452A-962F-0619F9C215BB}" type="presParOf" srcId="{F8B15A70-2AFC-47A8-A1C0-2E749E97FAE7}" destId="{70286272-28D4-4DDB-A69B-1F608AA1EA3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55F5C3-5C7E-400E-A474-B4B63321B37C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6C3C263-57E8-4FCA-89AE-1D850BE6F0F0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Long-Term Aggregate Value Has Grown Consistently Over Time</a:t>
          </a:r>
        </a:p>
      </dgm:t>
    </dgm:pt>
    <dgm:pt modelId="{578BF7ED-3669-403A-91DD-F896CA487E28}" type="parTrans" cxnId="{24132884-5E65-4D94-AB27-46BB4970CA8C}">
      <dgm:prSet/>
      <dgm:spPr/>
      <dgm:t>
        <a:bodyPr/>
        <a:lstStyle/>
        <a:p>
          <a:endParaRPr lang="en-US"/>
        </a:p>
      </dgm:t>
    </dgm:pt>
    <dgm:pt modelId="{9DEF153B-65A5-4FC7-B56F-F3F0A4BF53A9}" type="sibTrans" cxnId="{24132884-5E65-4D94-AB27-46BB4970CA8C}">
      <dgm:prSet/>
      <dgm:spPr/>
      <dgm:t>
        <a:bodyPr/>
        <a:lstStyle/>
        <a:p>
          <a:endParaRPr lang="en-US"/>
        </a:p>
      </dgm:t>
    </dgm:pt>
    <dgm:pt modelId="{062A2A3B-1E7B-4ED9-8884-7F5BED68E1B6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Recent Period Shows Meaningful Year-over-Year Growth (3.69%)</a:t>
          </a:r>
        </a:p>
      </dgm:t>
    </dgm:pt>
    <dgm:pt modelId="{1FEC04C0-A239-46C0-89EC-DB164FA2FF89}" type="parTrans" cxnId="{4AD7663B-8FDD-4240-8073-ABA7294DBF3A}">
      <dgm:prSet/>
      <dgm:spPr/>
      <dgm:t>
        <a:bodyPr/>
        <a:lstStyle/>
        <a:p>
          <a:endParaRPr lang="en-US"/>
        </a:p>
      </dgm:t>
    </dgm:pt>
    <dgm:pt modelId="{0EEEE302-BC7C-43A8-9898-AE9D23173969}" type="sibTrans" cxnId="{4AD7663B-8FDD-4240-8073-ABA7294DBF3A}">
      <dgm:prSet/>
      <dgm:spPr/>
      <dgm:t>
        <a:bodyPr/>
        <a:lstStyle/>
        <a:p>
          <a:endParaRPr lang="en-US"/>
        </a:p>
      </dgm:t>
    </dgm:pt>
    <dgm:pt modelId="{F46EC9FE-BCD4-48C9-B0D9-9502D8F156D7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Latest Year Contribution Is a Significant Share of Historical Total (60.12T)</a:t>
          </a:r>
        </a:p>
      </dgm:t>
    </dgm:pt>
    <dgm:pt modelId="{A9CC6BC4-9EB2-4E99-A42A-B60418957879}" type="parTrans" cxnId="{9E806106-F051-49AA-A864-2DADC60D8A74}">
      <dgm:prSet/>
      <dgm:spPr/>
      <dgm:t>
        <a:bodyPr/>
        <a:lstStyle/>
        <a:p>
          <a:endParaRPr lang="en-US"/>
        </a:p>
      </dgm:t>
    </dgm:pt>
    <dgm:pt modelId="{AF33A438-EB24-4D5B-8AF4-F65967812C60}" type="sibTrans" cxnId="{9E806106-F051-49AA-A864-2DADC60D8A74}">
      <dgm:prSet/>
      <dgm:spPr/>
      <dgm:t>
        <a:bodyPr/>
        <a:lstStyle/>
        <a:p>
          <a:endParaRPr lang="en-US"/>
        </a:p>
      </dgm:t>
    </dgm:pt>
    <dgm:pt modelId="{E2F4BBCE-51C6-4766-89ED-15E1FE1380F3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Country Contribution Is Highly Skewed</a:t>
          </a:r>
        </a:p>
      </dgm:t>
    </dgm:pt>
    <dgm:pt modelId="{44A64CF9-DDBA-4D61-8B3C-C961999DDFBD}" type="parTrans" cxnId="{CF605654-76EC-4652-853D-6190443DE5A8}">
      <dgm:prSet/>
      <dgm:spPr/>
      <dgm:t>
        <a:bodyPr/>
        <a:lstStyle/>
        <a:p>
          <a:endParaRPr lang="en-US"/>
        </a:p>
      </dgm:t>
    </dgm:pt>
    <dgm:pt modelId="{E2925187-548C-45D8-8250-59BBC28EFA0F}" type="sibTrans" cxnId="{CF605654-76EC-4652-853D-6190443DE5A8}">
      <dgm:prSet/>
      <dgm:spPr/>
      <dgm:t>
        <a:bodyPr/>
        <a:lstStyle/>
        <a:p>
          <a:endParaRPr lang="en-US"/>
        </a:p>
      </dgm:t>
    </dgm:pt>
    <dgm:pt modelId="{C73B9FD3-EA16-43CC-A2A4-2009FE84A316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Growth Rates Fluctuate Meaningfully Across Years</a:t>
          </a:r>
        </a:p>
      </dgm:t>
    </dgm:pt>
    <dgm:pt modelId="{60B89F0E-B387-48B0-B2A7-0F1CAED854C6}" type="parTrans" cxnId="{ED6B9773-6720-4C00-8586-39AACB348BD5}">
      <dgm:prSet/>
      <dgm:spPr/>
      <dgm:t>
        <a:bodyPr/>
        <a:lstStyle/>
        <a:p>
          <a:endParaRPr lang="en-US"/>
        </a:p>
      </dgm:t>
    </dgm:pt>
    <dgm:pt modelId="{6E793045-5460-47A4-9A7F-135ED1952EEA}" type="sibTrans" cxnId="{ED6B9773-6720-4C00-8586-39AACB348BD5}">
      <dgm:prSet/>
      <dgm:spPr/>
      <dgm:t>
        <a:bodyPr/>
        <a:lstStyle/>
        <a:p>
          <a:endParaRPr lang="en-US"/>
        </a:p>
      </dgm:t>
    </dgm:pt>
    <dgm:pt modelId="{277A714A-1B2E-4AD0-81DD-9081E0C81503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Automation Enables Multi-Dimensional Filtering Without Reprocessing</a:t>
          </a:r>
        </a:p>
      </dgm:t>
    </dgm:pt>
    <dgm:pt modelId="{B0FA548E-8D5C-45F4-B6A4-7968E746B50E}" type="parTrans" cxnId="{B1C3BA1D-7853-4988-BE01-C6E072C8F5A3}">
      <dgm:prSet/>
      <dgm:spPr/>
      <dgm:t>
        <a:bodyPr/>
        <a:lstStyle/>
        <a:p>
          <a:endParaRPr lang="en-US"/>
        </a:p>
      </dgm:t>
    </dgm:pt>
    <dgm:pt modelId="{0539892A-A87C-45BC-8B7E-6B2362CE2AD4}" type="sibTrans" cxnId="{B1C3BA1D-7853-4988-BE01-C6E072C8F5A3}">
      <dgm:prSet/>
      <dgm:spPr/>
      <dgm:t>
        <a:bodyPr/>
        <a:lstStyle/>
        <a:p>
          <a:endParaRPr lang="en-US"/>
        </a:p>
      </dgm:t>
    </dgm:pt>
    <dgm:pt modelId="{C878F50C-639D-4851-9EC4-C221F7D4CAAB}">
      <dgm:prSet custT="1"/>
      <dgm:spPr/>
      <dgm:t>
        <a:bodyPr/>
        <a:lstStyle/>
        <a:p>
          <a:r>
            <a:rPr lang="en-US" sz="1800" dirty="0">
              <a:latin typeface="Segoe UI" panose="020B0502040204020203" pitchFamily="34" charset="0"/>
              <a:cs typeface="Segoe UI" panose="020B0502040204020203" pitchFamily="34" charset="0"/>
            </a:rPr>
            <a:t>“US” consistently contribute higher aggregate values across indicators</a:t>
          </a:r>
        </a:p>
      </dgm:t>
    </dgm:pt>
    <dgm:pt modelId="{31A7C3CD-48D5-4C7C-B081-B5552E78E3B8}" type="parTrans" cxnId="{8EA49516-7FCF-4EA2-BE8A-6F939166BB6B}">
      <dgm:prSet/>
      <dgm:spPr/>
      <dgm:t>
        <a:bodyPr/>
        <a:lstStyle/>
        <a:p>
          <a:endParaRPr lang="en-US"/>
        </a:p>
      </dgm:t>
    </dgm:pt>
    <dgm:pt modelId="{0C5EF207-BC67-41EF-98CF-D117AFA94165}" type="sibTrans" cxnId="{8EA49516-7FCF-4EA2-BE8A-6F939166BB6B}">
      <dgm:prSet/>
      <dgm:spPr/>
      <dgm:t>
        <a:bodyPr/>
        <a:lstStyle/>
        <a:p>
          <a:endParaRPr lang="en-US"/>
        </a:p>
      </dgm:t>
    </dgm:pt>
    <dgm:pt modelId="{5423DD18-20B4-4637-80CD-F200D3F0F711}" type="pres">
      <dgm:prSet presAssocID="{0F55F5C3-5C7E-400E-A474-B4B63321B37C}" presName="vert0" presStyleCnt="0">
        <dgm:presLayoutVars>
          <dgm:dir/>
          <dgm:animOne val="branch"/>
          <dgm:animLvl val="lvl"/>
        </dgm:presLayoutVars>
      </dgm:prSet>
      <dgm:spPr/>
    </dgm:pt>
    <dgm:pt modelId="{91721648-1B45-4E14-ABCB-5D66AF061F05}" type="pres">
      <dgm:prSet presAssocID="{96C3C263-57E8-4FCA-89AE-1D850BE6F0F0}" presName="thickLine" presStyleLbl="alignNode1" presStyleIdx="0" presStyleCnt="7" custLinFactY="-100000" custLinFactNeighborX="46" custLinFactNeighborY="-120140"/>
      <dgm:spPr/>
    </dgm:pt>
    <dgm:pt modelId="{95466E99-F3FA-4DFD-8B2C-67333BB7F767}" type="pres">
      <dgm:prSet presAssocID="{96C3C263-57E8-4FCA-89AE-1D850BE6F0F0}" presName="horz1" presStyleCnt="0"/>
      <dgm:spPr/>
    </dgm:pt>
    <dgm:pt modelId="{79BFEEAC-57B8-41F2-ACDE-9E2AF767136B}" type="pres">
      <dgm:prSet presAssocID="{96C3C263-57E8-4FCA-89AE-1D850BE6F0F0}" presName="tx1" presStyleLbl="revTx" presStyleIdx="0" presStyleCnt="7"/>
      <dgm:spPr/>
    </dgm:pt>
    <dgm:pt modelId="{FE6E47E8-21BF-4735-97FF-17EFB9B9F5C6}" type="pres">
      <dgm:prSet presAssocID="{96C3C263-57E8-4FCA-89AE-1D850BE6F0F0}" presName="vert1" presStyleCnt="0"/>
      <dgm:spPr/>
    </dgm:pt>
    <dgm:pt modelId="{5C289E80-CA28-4314-8DE1-431850109AE8}" type="pres">
      <dgm:prSet presAssocID="{062A2A3B-1E7B-4ED9-8884-7F5BED68E1B6}" presName="thickLine" presStyleLbl="alignNode1" presStyleIdx="1" presStyleCnt="7"/>
      <dgm:spPr/>
    </dgm:pt>
    <dgm:pt modelId="{5276E478-DA5B-4246-A678-D96F0D18EEDA}" type="pres">
      <dgm:prSet presAssocID="{062A2A3B-1E7B-4ED9-8884-7F5BED68E1B6}" presName="horz1" presStyleCnt="0"/>
      <dgm:spPr/>
    </dgm:pt>
    <dgm:pt modelId="{7E4F1CAB-A79A-43C8-B2B2-3709B3A3BB4C}" type="pres">
      <dgm:prSet presAssocID="{062A2A3B-1E7B-4ED9-8884-7F5BED68E1B6}" presName="tx1" presStyleLbl="revTx" presStyleIdx="1" presStyleCnt="7"/>
      <dgm:spPr/>
    </dgm:pt>
    <dgm:pt modelId="{2B9B7D37-45B8-4BAC-95B9-FBA57E70B091}" type="pres">
      <dgm:prSet presAssocID="{062A2A3B-1E7B-4ED9-8884-7F5BED68E1B6}" presName="vert1" presStyleCnt="0"/>
      <dgm:spPr/>
    </dgm:pt>
    <dgm:pt modelId="{1FE3B6FB-100D-448B-A7C3-F59B148DFDE0}" type="pres">
      <dgm:prSet presAssocID="{F46EC9FE-BCD4-48C9-B0D9-9502D8F156D7}" presName="thickLine" presStyleLbl="alignNode1" presStyleIdx="2" presStyleCnt="7"/>
      <dgm:spPr/>
    </dgm:pt>
    <dgm:pt modelId="{792B8D75-9F60-4744-BDED-9E7BD10E3480}" type="pres">
      <dgm:prSet presAssocID="{F46EC9FE-BCD4-48C9-B0D9-9502D8F156D7}" presName="horz1" presStyleCnt="0"/>
      <dgm:spPr/>
    </dgm:pt>
    <dgm:pt modelId="{31126B09-BBCE-4C5E-998B-9B48CCD57FD8}" type="pres">
      <dgm:prSet presAssocID="{F46EC9FE-BCD4-48C9-B0D9-9502D8F156D7}" presName="tx1" presStyleLbl="revTx" presStyleIdx="2" presStyleCnt="7"/>
      <dgm:spPr/>
    </dgm:pt>
    <dgm:pt modelId="{6D99BA50-1E9A-4E8F-BA12-4AEB644346B9}" type="pres">
      <dgm:prSet presAssocID="{F46EC9FE-BCD4-48C9-B0D9-9502D8F156D7}" presName="vert1" presStyleCnt="0"/>
      <dgm:spPr/>
    </dgm:pt>
    <dgm:pt modelId="{0EBF53F0-9614-4C6D-A2A3-AEBABA56CC9D}" type="pres">
      <dgm:prSet presAssocID="{E2F4BBCE-51C6-4766-89ED-15E1FE1380F3}" presName="thickLine" presStyleLbl="alignNode1" presStyleIdx="3" presStyleCnt="7"/>
      <dgm:spPr/>
    </dgm:pt>
    <dgm:pt modelId="{E99E4108-C56B-4F67-80C9-51F9C20E2972}" type="pres">
      <dgm:prSet presAssocID="{E2F4BBCE-51C6-4766-89ED-15E1FE1380F3}" presName="horz1" presStyleCnt="0"/>
      <dgm:spPr/>
    </dgm:pt>
    <dgm:pt modelId="{9AB1E90F-90AD-4709-8C63-FD0E2AC6647B}" type="pres">
      <dgm:prSet presAssocID="{E2F4BBCE-51C6-4766-89ED-15E1FE1380F3}" presName="tx1" presStyleLbl="revTx" presStyleIdx="3" presStyleCnt="7"/>
      <dgm:spPr/>
    </dgm:pt>
    <dgm:pt modelId="{D1060CFB-7961-408E-AA08-C3817B3887A3}" type="pres">
      <dgm:prSet presAssocID="{E2F4BBCE-51C6-4766-89ED-15E1FE1380F3}" presName="vert1" presStyleCnt="0"/>
      <dgm:spPr/>
    </dgm:pt>
    <dgm:pt modelId="{3CD1AD6B-622C-4764-86D5-0B3F99C6FC16}" type="pres">
      <dgm:prSet presAssocID="{C73B9FD3-EA16-43CC-A2A4-2009FE84A316}" presName="thickLine" presStyleLbl="alignNode1" presStyleIdx="4" presStyleCnt="7"/>
      <dgm:spPr/>
    </dgm:pt>
    <dgm:pt modelId="{E007FA81-D52E-456B-8962-2BE887FAF33B}" type="pres">
      <dgm:prSet presAssocID="{C73B9FD3-EA16-43CC-A2A4-2009FE84A316}" presName="horz1" presStyleCnt="0"/>
      <dgm:spPr/>
    </dgm:pt>
    <dgm:pt modelId="{1BE5BF76-CD81-4E95-AA63-803F9821A58A}" type="pres">
      <dgm:prSet presAssocID="{C73B9FD3-EA16-43CC-A2A4-2009FE84A316}" presName="tx1" presStyleLbl="revTx" presStyleIdx="4" presStyleCnt="7"/>
      <dgm:spPr/>
    </dgm:pt>
    <dgm:pt modelId="{4A74A268-727A-4C84-921B-43FF4F32C5C1}" type="pres">
      <dgm:prSet presAssocID="{C73B9FD3-EA16-43CC-A2A4-2009FE84A316}" presName="vert1" presStyleCnt="0"/>
      <dgm:spPr/>
    </dgm:pt>
    <dgm:pt modelId="{8E4DDF7F-1EB8-4170-A155-0D27712371A1}" type="pres">
      <dgm:prSet presAssocID="{277A714A-1B2E-4AD0-81DD-9081E0C81503}" presName="thickLine" presStyleLbl="alignNode1" presStyleIdx="5" presStyleCnt="7"/>
      <dgm:spPr/>
    </dgm:pt>
    <dgm:pt modelId="{F57CB7C4-D6D9-4318-A1C9-54069064A9DB}" type="pres">
      <dgm:prSet presAssocID="{277A714A-1B2E-4AD0-81DD-9081E0C81503}" presName="horz1" presStyleCnt="0"/>
      <dgm:spPr/>
    </dgm:pt>
    <dgm:pt modelId="{4FA690F8-A147-4D4A-A967-5F62271C4CE4}" type="pres">
      <dgm:prSet presAssocID="{277A714A-1B2E-4AD0-81DD-9081E0C81503}" presName="tx1" presStyleLbl="revTx" presStyleIdx="5" presStyleCnt="7"/>
      <dgm:spPr/>
    </dgm:pt>
    <dgm:pt modelId="{B0565143-F5A7-479F-BBB2-C14049D547CB}" type="pres">
      <dgm:prSet presAssocID="{277A714A-1B2E-4AD0-81DD-9081E0C81503}" presName="vert1" presStyleCnt="0"/>
      <dgm:spPr/>
    </dgm:pt>
    <dgm:pt modelId="{E64E489B-6D68-4287-9997-562330095342}" type="pres">
      <dgm:prSet presAssocID="{C878F50C-639D-4851-9EC4-C221F7D4CAAB}" presName="thickLine" presStyleLbl="alignNode1" presStyleIdx="6" presStyleCnt="7"/>
      <dgm:spPr/>
    </dgm:pt>
    <dgm:pt modelId="{27BAFA1B-90C8-40F7-818F-D772335FB443}" type="pres">
      <dgm:prSet presAssocID="{C878F50C-639D-4851-9EC4-C221F7D4CAAB}" presName="horz1" presStyleCnt="0"/>
      <dgm:spPr/>
    </dgm:pt>
    <dgm:pt modelId="{A370CEE5-7957-4862-AB48-F87ED981C168}" type="pres">
      <dgm:prSet presAssocID="{C878F50C-639D-4851-9EC4-C221F7D4CAAB}" presName="tx1" presStyleLbl="revTx" presStyleIdx="6" presStyleCnt="7"/>
      <dgm:spPr/>
    </dgm:pt>
    <dgm:pt modelId="{FE5D09C6-489B-41C5-BAF4-4D7D82FA78EA}" type="pres">
      <dgm:prSet presAssocID="{C878F50C-639D-4851-9EC4-C221F7D4CAAB}" presName="vert1" presStyleCnt="0"/>
      <dgm:spPr/>
    </dgm:pt>
  </dgm:ptLst>
  <dgm:cxnLst>
    <dgm:cxn modelId="{9E806106-F051-49AA-A864-2DADC60D8A74}" srcId="{0F55F5C3-5C7E-400E-A474-B4B63321B37C}" destId="{F46EC9FE-BCD4-48C9-B0D9-9502D8F156D7}" srcOrd="2" destOrd="0" parTransId="{A9CC6BC4-9EB2-4E99-A42A-B60418957879}" sibTransId="{AF33A438-EB24-4D5B-8AF4-F65967812C60}"/>
    <dgm:cxn modelId="{8EA49516-7FCF-4EA2-BE8A-6F939166BB6B}" srcId="{0F55F5C3-5C7E-400E-A474-B4B63321B37C}" destId="{C878F50C-639D-4851-9EC4-C221F7D4CAAB}" srcOrd="6" destOrd="0" parTransId="{31A7C3CD-48D5-4C7C-B081-B5552E78E3B8}" sibTransId="{0C5EF207-BC67-41EF-98CF-D117AFA94165}"/>
    <dgm:cxn modelId="{B1C3BA1D-7853-4988-BE01-C6E072C8F5A3}" srcId="{0F55F5C3-5C7E-400E-A474-B4B63321B37C}" destId="{277A714A-1B2E-4AD0-81DD-9081E0C81503}" srcOrd="5" destOrd="0" parTransId="{B0FA548E-8D5C-45F4-B6A4-7968E746B50E}" sibTransId="{0539892A-A87C-45BC-8B7E-6B2362CE2AD4}"/>
    <dgm:cxn modelId="{4AD7663B-8FDD-4240-8073-ABA7294DBF3A}" srcId="{0F55F5C3-5C7E-400E-A474-B4B63321B37C}" destId="{062A2A3B-1E7B-4ED9-8884-7F5BED68E1B6}" srcOrd="1" destOrd="0" parTransId="{1FEC04C0-A239-46C0-89EC-DB164FA2FF89}" sibTransId="{0EEEE302-BC7C-43A8-9898-AE9D23173969}"/>
    <dgm:cxn modelId="{CEDCED47-4D11-4A63-8E6F-DCBEC8AB3E06}" type="presOf" srcId="{0F55F5C3-5C7E-400E-A474-B4B63321B37C}" destId="{5423DD18-20B4-4637-80CD-F200D3F0F711}" srcOrd="0" destOrd="0" presId="urn:microsoft.com/office/officeart/2008/layout/LinedList"/>
    <dgm:cxn modelId="{2766EA6F-4B64-452E-9309-250A0D5EAA57}" type="presOf" srcId="{277A714A-1B2E-4AD0-81DD-9081E0C81503}" destId="{4FA690F8-A147-4D4A-A967-5F62271C4CE4}" srcOrd="0" destOrd="0" presId="urn:microsoft.com/office/officeart/2008/layout/LinedList"/>
    <dgm:cxn modelId="{ED6B9773-6720-4C00-8586-39AACB348BD5}" srcId="{0F55F5C3-5C7E-400E-A474-B4B63321B37C}" destId="{C73B9FD3-EA16-43CC-A2A4-2009FE84A316}" srcOrd="4" destOrd="0" parTransId="{60B89F0E-B387-48B0-B2A7-0F1CAED854C6}" sibTransId="{6E793045-5460-47A4-9A7F-135ED1952EEA}"/>
    <dgm:cxn modelId="{CF605654-76EC-4652-853D-6190443DE5A8}" srcId="{0F55F5C3-5C7E-400E-A474-B4B63321B37C}" destId="{E2F4BBCE-51C6-4766-89ED-15E1FE1380F3}" srcOrd="3" destOrd="0" parTransId="{44A64CF9-DDBA-4D61-8B3C-C961999DDFBD}" sibTransId="{E2925187-548C-45D8-8250-59BBC28EFA0F}"/>
    <dgm:cxn modelId="{24132884-5E65-4D94-AB27-46BB4970CA8C}" srcId="{0F55F5C3-5C7E-400E-A474-B4B63321B37C}" destId="{96C3C263-57E8-4FCA-89AE-1D850BE6F0F0}" srcOrd="0" destOrd="0" parTransId="{578BF7ED-3669-403A-91DD-F896CA487E28}" sibTransId="{9DEF153B-65A5-4FC7-B56F-F3F0A4BF53A9}"/>
    <dgm:cxn modelId="{CCF54496-2234-4EEC-A4A4-D2E420D3F110}" type="presOf" srcId="{F46EC9FE-BCD4-48C9-B0D9-9502D8F156D7}" destId="{31126B09-BBCE-4C5E-998B-9B48CCD57FD8}" srcOrd="0" destOrd="0" presId="urn:microsoft.com/office/officeart/2008/layout/LinedList"/>
    <dgm:cxn modelId="{FFCEFCAD-E0DF-4CDF-82F4-2F9DD84A26BB}" type="presOf" srcId="{062A2A3B-1E7B-4ED9-8884-7F5BED68E1B6}" destId="{7E4F1CAB-A79A-43C8-B2B2-3709B3A3BB4C}" srcOrd="0" destOrd="0" presId="urn:microsoft.com/office/officeart/2008/layout/LinedList"/>
    <dgm:cxn modelId="{3766CEB0-8A90-4D4A-808A-2BA604CF51AF}" type="presOf" srcId="{C878F50C-639D-4851-9EC4-C221F7D4CAAB}" destId="{A370CEE5-7957-4862-AB48-F87ED981C168}" srcOrd="0" destOrd="0" presId="urn:microsoft.com/office/officeart/2008/layout/LinedList"/>
    <dgm:cxn modelId="{E0D7B3E1-5C80-49F9-8454-12FE5F6BB89E}" type="presOf" srcId="{C73B9FD3-EA16-43CC-A2A4-2009FE84A316}" destId="{1BE5BF76-CD81-4E95-AA63-803F9821A58A}" srcOrd="0" destOrd="0" presId="urn:microsoft.com/office/officeart/2008/layout/LinedList"/>
    <dgm:cxn modelId="{78FB80EA-79AC-41C3-B8B8-73FE670A66F2}" type="presOf" srcId="{E2F4BBCE-51C6-4766-89ED-15E1FE1380F3}" destId="{9AB1E90F-90AD-4709-8C63-FD0E2AC6647B}" srcOrd="0" destOrd="0" presId="urn:microsoft.com/office/officeart/2008/layout/LinedList"/>
    <dgm:cxn modelId="{C9E175F9-BC02-40FE-B0DA-F050C7B84A62}" type="presOf" srcId="{96C3C263-57E8-4FCA-89AE-1D850BE6F0F0}" destId="{79BFEEAC-57B8-41F2-ACDE-9E2AF767136B}" srcOrd="0" destOrd="0" presId="urn:microsoft.com/office/officeart/2008/layout/LinedList"/>
    <dgm:cxn modelId="{AF1087B4-2B08-473F-91DE-09C3123FFDF6}" type="presParOf" srcId="{5423DD18-20B4-4637-80CD-F200D3F0F711}" destId="{91721648-1B45-4E14-ABCB-5D66AF061F05}" srcOrd="0" destOrd="0" presId="urn:microsoft.com/office/officeart/2008/layout/LinedList"/>
    <dgm:cxn modelId="{592B0068-CC25-41C4-8BC3-C3875EAE517A}" type="presParOf" srcId="{5423DD18-20B4-4637-80CD-F200D3F0F711}" destId="{95466E99-F3FA-4DFD-8B2C-67333BB7F767}" srcOrd="1" destOrd="0" presId="urn:microsoft.com/office/officeart/2008/layout/LinedList"/>
    <dgm:cxn modelId="{543A2EEE-BEB0-4BA1-A89E-16776F702F17}" type="presParOf" srcId="{95466E99-F3FA-4DFD-8B2C-67333BB7F767}" destId="{79BFEEAC-57B8-41F2-ACDE-9E2AF767136B}" srcOrd="0" destOrd="0" presId="urn:microsoft.com/office/officeart/2008/layout/LinedList"/>
    <dgm:cxn modelId="{5ACB1B8A-824C-4355-9610-A5EFFD788820}" type="presParOf" srcId="{95466E99-F3FA-4DFD-8B2C-67333BB7F767}" destId="{FE6E47E8-21BF-4735-97FF-17EFB9B9F5C6}" srcOrd="1" destOrd="0" presId="urn:microsoft.com/office/officeart/2008/layout/LinedList"/>
    <dgm:cxn modelId="{34A02851-03D1-4D43-A993-64A2D681EC5F}" type="presParOf" srcId="{5423DD18-20B4-4637-80CD-F200D3F0F711}" destId="{5C289E80-CA28-4314-8DE1-431850109AE8}" srcOrd="2" destOrd="0" presId="urn:microsoft.com/office/officeart/2008/layout/LinedList"/>
    <dgm:cxn modelId="{88B04CE8-3678-4126-A2C1-6BA6031385EB}" type="presParOf" srcId="{5423DD18-20B4-4637-80CD-F200D3F0F711}" destId="{5276E478-DA5B-4246-A678-D96F0D18EEDA}" srcOrd="3" destOrd="0" presId="urn:microsoft.com/office/officeart/2008/layout/LinedList"/>
    <dgm:cxn modelId="{93C03C05-86B0-46CE-BF7F-EFB31DF96C64}" type="presParOf" srcId="{5276E478-DA5B-4246-A678-D96F0D18EEDA}" destId="{7E4F1CAB-A79A-43C8-B2B2-3709B3A3BB4C}" srcOrd="0" destOrd="0" presId="urn:microsoft.com/office/officeart/2008/layout/LinedList"/>
    <dgm:cxn modelId="{CCE19C14-E001-470F-8523-D37093C014D3}" type="presParOf" srcId="{5276E478-DA5B-4246-A678-D96F0D18EEDA}" destId="{2B9B7D37-45B8-4BAC-95B9-FBA57E70B091}" srcOrd="1" destOrd="0" presId="urn:microsoft.com/office/officeart/2008/layout/LinedList"/>
    <dgm:cxn modelId="{50E45C5F-4E82-4B21-B9A4-1FBFDD09EDB2}" type="presParOf" srcId="{5423DD18-20B4-4637-80CD-F200D3F0F711}" destId="{1FE3B6FB-100D-448B-A7C3-F59B148DFDE0}" srcOrd="4" destOrd="0" presId="urn:microsoft.com/office/officeart/2008/layout/LinedList"/>
    <dgm:cxn modelId="{3C29BF5F-77C1-4536-B8A5-AB5897B40201}" type="presParOf" srcId="{5423DD18-20B4-4637-80CD-F200D3F0F711}" destId="{792B8D75-9F60-4744-BDED-9E7BD10E3480}" srcOrd="5" destOrd="0" presId="urn:microsoft.com/office/officeart/2008/layout/LinedList"/>
    <dgm:cxn modelId="{14187FC0-191A-4BF5-BBEA-E0E388752D24}" type="presParOf" srcId="{792B8D75-9F60-4744-BDED-9E7BD10E3480}" destId="{31126B09-BBCE-4C5E-998B-9B48CCD57FD8}" srcOrd="0" destOrd="0" presId="urn:microsoft.com/office/officeart/2008/layout/LinedList"/>
    <dgm:cxn modelId="{E3298CF0-5D8A-40CB-A060-3C68E3A3F5A5}" type="presParOf" srcId="{792B8D75-9F60-4744-BDED-9E7BD10E3480}" destId="{6D99BA50-1E9A-4E8F-BA12-4AEB644346B9}" srcOrd="1" destOrd="0" presId="urn:microsoft.com/office/officeart/2008/layout/LinedList"/>
    <dgm:cxn modelId="{F28AC0E4-EAD3-4780-8F81-94D14B23117A}" type="presParOf" srcId="{5423DD18-20B4-4637-80CD-F200D3F0F711}" destId="{0EBF53F0-9614-4C6D-A2A3-AEBABA56CC9D}" srcOrd="6" destOrd="0" presId="urn:microsoft.com/office/officeart/2008/layout/LinedList"/>
    <dgm:cxn modelId="{65979419-B213-4281-B107-098310F19D9D}" type="presParOf" srcId="{5423DD18-20B4-4637-80CD-F200D3F0F711}" destId="{E99E4108-C56B-4F67-80C9-51F9C20E2972}" srcOrd="7" destOrd="0" presId="urn:microsoft.com/office/officeart/2008/layout/LinedList"/>
    <dgm:cxn modelId="{2F7DE5BE-D8AF-4131-A8DC-664DEC3B5938}" type="presParOf" srcId="{E99E4108-C56B-4F67-80C9-51F9C20E2972}" destId="{9AB1E90F-90AD-4709-8C63-FD0E2AC6647B}" srcOrd="0" destOrd="0" presId="urn:microsoft.com/office/officeart/2008/layout/LinedList"/>
    <dgm:cxn modelId="{588D778B-8B8C-458C-A2F4-A4949EF8922A}" type="presParOf" srcId="{E99E4108-C56B-4F67-80C9-51F9C20E2972}" destId="{D1060CFB-7961-408E-AA08-C3817B3887A3}" srcOrd="1" destOrd="0" presId="urn:microsoft.com/office/officeart/2008/layout/LinedList"/>
    <dgm:cxn modelId="{E1808D11-0B15-4EA0-B77C-B86D918F988D}" type="presParOf" srcId="{5423DD18-20B4-4637-80CD-F200D3F0F711}" destId="{3CD1AD6B-622C-4764-86D5-0B3F99C6FC16}" srcOrd="8" destOrd="0" presId="urn:microsoft.com/office/officeart/2008/layout/LinedList"/>
    <dgm:cxn modelId="{41244FAA-0F61-461D-B11F-CBEFE3F9A502}" type="presParOf" srcId="{5423DD18-20B4-4637-80CD-F200D3F0F711}" destId="{E007FA81-D52E-456B-8962-2BE887FAF33B}" srcOrd="9" destOrd="0" presId="urn:microsoft.com/office/officeart/2008/layout/LinedList"/>
    <dgm:cxn modelId="{F1E9D098-2356-4BFE-BCF6-8711980BF6F6}" type="presParOf" srcId="{E007FA81-D52E-456B-8962-2BE887FAF33B}" destId="{1BE5BF76-CD81-4E95-AA63-803F9821A58A}" srcOrd="0" destOrd="0" presId="urn:microsoft.com/office/officeart/2008/layout/LinedList"/>
    <dgm:cxn modelId="{D766AAAA-8CAB-4805-9805-42B90BD06244}" type="presParOf" srcId="{E007FA81-D52E-456B-8962-2BE887FAF33B}" destId="{4A74A268-727A-4C84-921B-43FF4F32C5C1}" srcOrd="1" destOrd="0" presId="urn:microsoft.com/office/officeart/2008/layout/LinedList"/>
    <dgm:cxn modelId="{D5C6B4CF-0F84-4683-BCA7-2E39B1D38FA1}" type="presParOf" srcId="{5423DD18-20B4-4637-80CD-F200D3F0F711}" destId="{8E4DDF7F-1EB8-4170-A155-0D27712371A1}" srcOrd="10" destOrd="0" presId="urn:microsoft.com/office/officeart/2008/layout/LinedList"/>
    <dgm:cxn modelId="{7D5EEBB8-2272-437B-9D16-2E8FA5C97D54}" type="presParOf" srcId="{5423DD18-20B4-4637-80CD-F200D3F0F711}" destId="{F57CB7C4-D6D9-4318-A1C9-54069064A9DB}" srcOrd="11" destOrd="0" presId="urn:microsoft.com/office/officeart/2008/layout/LinedList"/>
    <dgm:cxn modelId="{EFAAA427-EEE4-4AB8-8DEA-0AB3C366D1D4}" type="presParOf" srcId="{F57CB7C4-D6D9-4318-A1C9-54069064A9DB}" destId="{4FA690F8-A147-4D4A-A967-5F62271C4CE4}" srcOrd="0" destOrd="0" presId="urn:microsoft.com/office/officeart/2008/layout/LinedList"/>
    <dgm:cxn modelId="{481B47BB-18E5-4EDA-A4AA-74DE302EF36E}" type="presParOf" srcId="{F57CB7C4-D6D9-4318-A1C9-54069064A9DB}" destId="{B0565143-F5A7-479F-BBB2-C14049D547CB}" srcOrd="1" destOrd="0" presId="urn:microsoft.com/office/officeart/2008/layout/LinedList"/>
    <dgm:cxn modelId="{2307A7C2-FFAF-4FEF-8D88-E4437AABFBCD}" type="presParOf" srcId="{5423DD18-20B4-4637-80CD-F200D3F0F711}" destId="{E64E489B-6D68-4287-9997-562330095342}" srcOrd="12" destOrd="0" presId="urn:microsoft.com/office/officeart/2008/layout/LinedList"/>
    <dgm:cxn modelId="{EC0FE25C-52C5-472D-A4C3-2D6CF5A02895}" type="presParOf" srcId="{5423DD18-20B4-4637-80CD-F200D3F0F711}" destId="{27BAFA1B-90C8-40F7-818F-D772335FB443}" srcOrd="13" destOrd="0" presId="urn:microsoft.com/office/officeart/2008/layout/LinedList"/>
    <dgm:cxn modelId="{8AA11E72-FE88-4522-AD60-1AD5CC9278F9}" type="presParOf" srcId="{27BAFA1B-90C8-40F7-818F-D772335FB443}" destId="{A370CEE5-7957-4862-AB48-F87ED981C168}" srcOrd="0" destOrd="0" presId="urn:microsoft.com/office/officeart/2008/layout/LinedList"/>
    <dgm:cxn modelId="{71445FDD-17BA-45C3-815A-EC5E78A45304}" type="presParOf" srcId="{27BAFA1B-90C8-40F7-818F-D772335FB443}" destId="{FE5D09C6-489B-41C5-BAF4-4D7D82FA78E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3E4F98C-F8D9-46DA-B467-FDC2A2E3F0F2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EBEC9C-2D6C-4FB6-87B4-59EA09D7E140}">
      <dgm:prSet/>
      <dgm:spPr/>
      <dgm:t>
        <a:bodyPr/>
        <a:lstStyle/>
        <a:p>
          <a:r>
            <a:rPr lang="en-IN" b="1" dirty="0">
              <a:latin typeface="Segoe UI" panose="020B0502040204020203" pitchFamily="34" charset="0"/>
              <a:cs typeface="Segoe UI" panose="020B0502040204020203" pitchFamily="34" charset="0"/>
            </a:rPr>
            <a:t>Focus on Growth Indicators</a:t>
          </a:r>
          <a:b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  <a:t>Prioritize indicators that consistently show positive year-over-year growth to identify long-term performance drivers.</a:t>
          </a:r>
          <a:endParaRPr lang="en-US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312969B-0701-4BCD-A802-D99D556EA36B}" type="parTrans" cxnId="{EB4DFF0F-6656-4FA0-9326-A47A018B3CDE}">
      <dgm:prSet/>
      <dgm:spPr/>
      <dgm:t>
        <a:bodyPr/>
        <a:lstStyle/>
        <a:p>
          <a:endParaRPr lang="en-US"/>
        </a:p>
      </dgm:t>
    </dgm:pt>
    <dgm:pt modelId="{9D1B257D-C1F6-441D-9470-961ECB637815}" type="sibTrans" cxnId="{EB4DFF0F-6656-4FA0-9326-A47A018B3CD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4CD8BDB-A1F0-4747-8F37-5CB283762DAF}">
      <dgm:prSet/>
      <dgm:spPr/>
      <dgm:t>
        <a:bodyPr/>
        <a:lstStyle/>
        <a:p>
          <a:r>
            <a:rPr lang="en-IN" b="1" dirty="0">
              <a:latin typeface="Segoe UI" panose="020B0502040204020203" pitchFamily="34" charset="0"/>
              <a:cs typeface="Segoe UI" panose="020B0502040204020203" pitchFamily="34" charset="0"/>
            </a:rPr>
            <a:t>Use Rolling Averages for Stability</a:t>
          </a:r>
          <a:b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  <a:t>Rely on rolling average metrics to smooth short-term volatility and support more stable decision-making.</a:t>
          </a:r>
          <a:endParaRPr lang="en-US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78339E0-F846-47B3-9BA4-F82C9584FA06}" type="parTrans" cxnId="{34BE6F8D-5497-4CBE-BF17-8AA4C6EF40E3}">
      <dgm:prSet/>
      <dgm:spPr/>
      <dgm:t>
        <a:bodyPr/>
        <a:lstStyle/>
        <a:p>
          <a:endParaRPr lang="en-US"/>
        </a:p>
      </dgm:t>
    </dgm:pt>
    <dgm:pt modelId="{9FF9863D-C610-4778-B9CC-1E7AE34954F4}" type="sibTrans" cxnId="{34BE6F8D-5497-4CBE-BF17-8AA4C6EF40E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170CB19-658B-488F-927D-55C69386A43F}">
      <dgm:prSet/>
      <dgm:spPr/>
      <dgm:t>
        <a:bodyPr/>
        <a:lstStyle/>
        <a:p>
          <a:r>
            <a:rPr lang="en-IN" b="1" dirty="0">
              <a:latin typeface="Segoe UI" panose="020B0502040204020203" pitchFamily="34" charset="0"/>
              <a:cs typeface="Segoe UI" panose="020B0502040204020203" pitchFamily="34" charset="0"/>
            </a:rPr>
            <a:t>Segment Analysis by Indicator</a:t>
          </a:r>
          <a:b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  <a:t>Support aggregate trends with indicator-level analysis to uncover granular drivers behind overall performance.</a:t>
          </a:r>
          <a:endParaRPr lang="en-US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4A69897-8CB6-49E8-A02A-EB34D1E672CD}" type="parTrans" cxnId="{7CDBDB73-554B-48D3-8C92-26EB2F1B2C73}">
      <dgm:prSet/>
      <dgm:spPr/>
      <dgm:t>
        <a:bodyPr/>
        <a:lstStyle/>
        <a:p>
          <a:endParaRPr lang="en-US"/>
        </a:p>
      </dgm:t>
    </dgm:pt>
    <dgm:pt modelId="{D28FB908-0CC3-48BE-B5CA-2A50C1965369}" type="sibTrans" cxnId="{7CDBDB73-554B-48D3-8C92-26EB2F1B2C7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1265CE0-4C45-485D-865D-6B285510A8E0}">
      <dgm:prSet/>
      <dgm:spPr/>
      <dgm:t>
        <a:bodyPr/>
        <a:lstStyle/>
        <a:p>
          <a:r>
            <a:rPr lang="en-IN" b="1" dirty="0">
              <a:latin typeface="Segoe UI" panose="020B0502040204020203" pitchFamily="34" charset="0"/>
              <a:cs typeface="Segoe UI" panose="020B0502040204020203" pitchFamily="34" charset="0"/>
            </a:rPr>
            <a:t>Enable Automated Refresh</a:t>
          </a:r>
          <a:b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  <a:t>Schedule automated pipeline executions to ensure dashboards always reflect the most recent available data.</a:t>
          </a:r>
          <a:endParaRPr lang="en-US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7914F6-007A-496E-BB57-E8A40E097B9F}" type="parTrans" cxnId="{7C6E9F74-3DCD-4BF8-A684-2F58A0718BA5}">
      <dgm:prSet/>
      <dgm:spPr/>
      <dgm:t>
        <a:bodyPr/>
        <a:lstStyle/>
        <a:p>
          <a:endParaRPr lang="en-US"/>
        </a:p>
      </dgm:t>
    </dgm:pt>
    <dgm:pt modelId="{23E9A43B-3C1F-46E1-BD28-A17DD49B3DA2}" type="sibTrans" cxnId="{7C6E9F74-3DCD-4BF8-A684-2F58A0718BA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C5A7D95A-70C0-4CCB-89EB-BD2D2AFF65C4}">
      <dgm:prSet/>
      <dgm:spPr/>
      <dgm:t>
        <a:bodyPr/>
        <a:lstStyle/>
        <a:p>
          <a:r>
            <a:rPr lang="en-IN" b="1" dirty="0">
              <a:latin typeface="Segoe UI" panose="020B0502040204020203" pitchFamily="34" charset="0"/>
              <a:cs typeface="Segoe UI" panose="020B0502040204020203" pitchFamily="34" charset="0"/>
            </a:rPr>
            <a:t>Extend with Predictive Models</a:t>
          </a:r>
          <a:b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dirty="0">
              <a:latin typeface="Segoe UI" panose="020B0502040204020203" pitchFamily="34" charset="0"/>
              <a:cs typeface="Segoe UI" panose="020B0502040204020203" pitchFamily="34" charset="0"/>
            </a:rPr>
            <a:t>Enhance the solution by adding forecasting and scenario analysis for forward-looking decision support.</a:t>
          </a:r>
          <a:endParaRPr lang="en-US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8DF4C11-672D-4D4F-A6A1-6E3653BA7083}" type="parTrans" cxnId="{780EF001-1366-42C6-9FEF-F886BC540F06}">
      <dgm:prSet/>
      <dgm:spPr/>
      <dgm:t>
        <a:bodyPr/>
        <a:lstStyle/>
        <a:p>
          <a:endParaRPr lang="en-US"/>
        </a:p>
      </dgm:t>
    </dgm:pt>
    <dgm:pt modelId="{9F76B81C-3425-41B1-BE27-D6C91B2A4771}" type="sibTrans" cxnId="{780EF001-1366-42C6-9FEF-F886BC540F06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0C4DE262-5162-4173-9C1E-C0BA5111838C}" type="pres">
      <dgm:prSet presAssocID="{23E4F98C-F8D9-46DA-B467-FDC2A2E3F0F2}" presName="Name0" presStyleCnt="0">
        <dgm:presLayoutVars>
          <dgm:animLvl val="lvl"/>
          <dgm:resizeHandles val="exact"/>
        </dgm:presLayoutVars>
      </dgm:prSet>
      <dgm:spPr/>
    </dgm:pt>
    <dgm:pt modelId="{858E13CE-7A44-447B-952E-1D3198376913}" type="pres">
      <dgm:prSet presAssocID="{6BEBEC9C-2D6C-4FB6-87B4-59EA09D7E140}" presName="compositeNode" presStyleCnt="0">
        <dgm:presLayoutVars>
          <dgm:bulletEnabled val="1"/>
        </dgm:presLayoutVars>
      </dgm:prSet>
      <dgm:spPr/>
    </dgm:pt>
    <dgm:pt modelId="{77565919-C4F4-4821-8AAE-33C168810445}" type="pres">
      <dgm:prSet presAssocID="{6BEBEC9C-2D6C-4FB6-87B4-59EA09D7E140}" presName="bgRect" presStyleLbl="bgAccFollowNode1" presStyleIdx="0" presStyleCnt="5"/>
      <dgm:spPr/>
    </dgm:pt>
    <dgm:pt modelId="{8919F972-BF1E-427D-B532-EECA76F09735}" type="pres">
      <dgm:prSet presAssocID="{9D1B257D-C1F6-441D-9470-961ECB637815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E59CEFFD-0B53-40AA-AD3E-61B625A00C48}" type="pres">
      <dgm:prSet presAssocID="{6BEBEC9C-2D6C-4FB6-87B4-59EA09D7E140}" presName="bottomLine" presStyleLbl="alignNode1" presStyleIdx="1" presStyleCnt="10">
        <dgm:presLayoutVars/>
      </dgm:prSet>
      <dgm:spPr/>
    </dgm:pt>
    <dgm:pt modelId="{F67378F4-C058-479D-B520-C9BAD31DDA73}" type="pres">
      <dgm:prSet presAssocID="{6BEBEC9C-2D6C-4FB6-87B4-59EA09D7E140}" presName="nodeText" presStyleLbl="bgAccFollowNode1" presStyleIdx="0" presStyleCnt="5">
        <dgm:presLayoutVars>
          <dgm:bulletEnabled val="1"/>
        </dgm:presLayoutVars>
      </dgm:prSet>
      <dgm:spPr/>
    </dgm:pt>
    <dgm:pt modelId="{15844DD2-A702-4C5A-8907-FC6C22420E68}" type="pres">
      <dgm:prSet presAssocID="{9D1B257D-C1F6-441D-9470-961ECB637815}" presName="sibTrans" presStyleCnt="0"/>
      <dgm:spPr/>
    </dgm:pt>
    <dgm:pt modelId="{4E16B938-E29A-4343-B7B0-4DB08EDB07B2}" type="pres">
      <dgm:prSet presAssocID="{34CD8BDB-A1F0-4747-8F37-5CB283762DAF}" presName="compositeNode" presStyleCnt="0">
        <dgm:presLayoutVars>
          <dgm:bulletEnabled val="1"/>
        </dgm:presLayoutVars>
      </dgm:prSet>
      <dgm:spPr/>
    </dgm:pt>
    <dgm:pt modelId="{F834AC52-2347-4A41-B7A2-C246D064A497}" type="pres">
      <dgm:prSet presAssocID="{34CD8BDB-A1F0-4747-8F37-5CB283762DAF}" presName="bgRect" presStyleLbl="bgAccFollowNode1" presStyleIdx="1" presStyleCnt="5"/>
      <dgm:spPr/>
    </dgm:pt>
    <dgm:pt modelId="{D017F0BA-7B2C-4CA5-A743-BF53521572F9}" type="pres">
      <dgm:prSet presAssocID="{9FF9863D-C610-4778-B9CC-1E7AE34954F4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270CE98D-5043-43EF-B9CD-DA4A88B422AB}" type="pres">
      <dgm:prSet presAssocID="{34CD8BDB-A1F0-4747-8F37-5CB283762DAF}" presName="bottomLine" presStyleLbl="alignNode1" presStyleIdx="3" presStyleCnt="10">
        <dgm:presLayoutVars/>
      </dgm:prSet>
      <dgm:spPr/>
    </dgm:pt>
    <dgm:pt modelId="{ED1AC055-3252-43A2-8E9C-DF70DB11DF83}" type="pres">
      <dgm:prSet presAssocID="{34CD8BDB-A1F0-4747-8F37-5CB283762DAF}" presName="nodeText" presStyleLbl="bgAccFollowNode1" presStyleIdx="1" presStyleCnt="5">
        <dgm:presLayoutVars>
          <dgm:bulletEnabled val="1"/>
        </dgm:presLayoutVars>
      </dgm:prSet>
      <dgm:spPr/>
    </dgm:pt>
    <dgm:pt modelId="{60ECAC41-233A-42F5-8825-73D99C6CD6A0}" type="pres">
      <dgm:prSet presAssocID="{9FF9863D-C610-4778-B9CC-1E7AE34954F4}" presName="sibTrans" presStyleCnt="0"/>
      <dgm:spPr/>
    </dgm:pt>
    <dgm:pt modelId="{A7C9BAA7-0701-4930-8B3C-00E34504BDAB}" type="pres">
      <dgm:prSet presAssocID="{3170CB19-658B-488F-927D-55C69386A43F}" presName="compositeNode" presStyleCnt="0">
        <dgm:presLayoutVars>
          <dgm:bulletEnabled val="1"/>
        </dgm:presLayoutVars>
      </dgm:prSet>
      <dgm:spPr/>
    </dgm:pt>
    <dgm:pt modelId="{2B994ADA-74A5-4CD7-A698-6E20830C6017}" type="pres">
      <dgm:prSet presAssocID="{3170CB19-658B-488F-927D-55C69386A43F}" presName="bgRect" presStyleLbl="bgAccFollowNode1" presStyleIdx="2" presStyleCnt="5"/>
      <dgm:spPr/>
    </dgm:pt>
    <dgm:pt modelId="{1F109C55-313B-4B7C-AB3E-F602277467FE}" type="pres">
      <dgm:prSet presAssocID="{D28FB908-0CC3-48BE-B5CA-2A50C1965369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31612534-A018-4A18-85CB-D57776CABA1F}" type="pres">
      <dgm:prSet presAssocID="{3170CB19-658B-488F-927D-55C69386A43F}" presName="bottomLine" presStyleLbl="alignNode1" presStyleIdx="5" presStyleCnt="10">
        <dgm:presLayoutVars/>
      </dgm:prSet>
      <dgm:spPr/>
    </dgm:pt>
    <dgm:pt modelId="{23A7EA29-FE0E-4339-BA7D-1A4C7579CFF6}" type="pres">
      <dgm:prSet presAssocID="{3170CB19-658B-488F-927D-55C69386A43F}" presName="nodeText" presStyleLbl="bgAccFollowNode1" presStyleIdx="2" presStyleCnt="5">
        <dgm:presLayoutVars>
          <dgm:bulletEnabled val="1"/>
        </dgm:presLayoutVars>
      </dgm:prSet>
      <dgm:spPr/>
    </dgm:pt>
    <dgm:pt modelId="{9BDE084B-4BE0-4264-B784-B86F7350B4E9}" type="pres">
      <dgm:prSet presAssocID="{D28FB908-0CC3-48BE-B5CA-2A50C1965369}" presName="sibTrans" presStyleCnt="0"/>
      <dgm:spPr/>
    </dgm:pt>
    <dgm:pt modelId="{42808CCD-3C9E-4C9A-B108-177AF8D0909D}" type="pres">
      <dgm:prSet presAssocID="{21265CE0-4C45-485D-865D-6B285510A8E0}" presName="compositeNode" presStyleCnt="0">
        <dgm:presLayoutVars>
          <dgm:bulletEnabled val="1"/>
        </dgm:presLayoutVars>
      </dgm:prSet>
      <dgm:spPr/>
    </dgm:pt>
    <dgm:pt modelId="{3516899F-636D-40F4-B782-2C68F89C83A3}" type="pres">
      <dgm:prSet presAssocID="{21265CE0-4C45-485D-865D-6B285510A8E0}" presName="bgRect" presStyleLbl="bgAccFollowNode1" presStyleIdx="3" presStyleCnt="5"/>
      <dgm:spPr/>
    </dgm:pt>
    <dgm:pt modelId="{404B176C-5CA4-4DB5-9F44-EF81338F28BD}" type="pres">
      <dgm:prSet presAssocID="{23E9A43B-3C1F-46E1-BD28-A17DD49B3DA2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2711BBC8-5A1A-4F0E-820A-18F9C6BA35E8}" type="pres">
      <dgm:prSet presAssocID="{21265CE0-4C45-485D-865D-6B285510A8E0}" presName="bottomLine" presStyleLbl="alignNode1" presStyleIdx="7" presStyleCnt="10">
        <dgm:presLayoutVars/>
      </dgm:prSet>
      <dgm:spPr/>
    </dgm:pt>
    <dgm:pt modelId="{06C092C5-3976-4D09-9CAF-0555E19EE7BC}" type="pres">
      <dgm:prSet presAssocID="{21265CE0-4C45-485D-865D-6B285510A8E0}" presName="nodeText" presStyleLbl="bgAccFollowNode1" presStyleIdx="3" presStyleCnt="5">
        <dgm:presLayoutVars>
          <dgm:bulletEnabled val="1"/>
        </dgm:presLayoutVars>
      </dgm:prSet>
      <dgm:spPr/>
    </dgm:pt>
    <dgm:pt modelId="{E7BA4B67-5F4E-4BDE-A295-D78D5391DE00}" type="pres">
      <dgm:prSet presAssocID="{23E9A43B-3C1F-46E1-BD28-A17DD49B3DA2}" presName="sibTrans" presStyleCnt="0"/>
      <dgm:spPr/>
    </dgm:pt>
    <dgm:pt modelId="{9F23FA08-7822-4892-ABAA-C499406BC259}" type="pres">
      <dgm:prSet presAssocID="{C5A7D95A-70C0-4CCB-89EB-BD2D2AFF65C4}" presName="compositeNode" presStyleCnt="0">
        <dgm:presLayoutVars>
          <dgm:bulletEnabled val="1"/>
        </dgm:presLayoutVars>
      </dgm:prSet>
      <dgm:spPr/>
    </dgm:pt>
    <dgm:pt modelId="{B9347955-DB0B-4E22-95BB-5B1BA1583BFA}" type="pres">
      <dgm:prSet presAssocID="{C5A7D95A-70C0-4CCB-89EB-BD2D2AFF65C4}" presName="bgRect" presStyleLbl="bgAccFollowNode1" presStyleIdx="4" presStyleCnt="5"/>
      <dgm:spPr/>
    </dgm:pt>
    <dgm:pt modelId="{BFCF1CD0-539D-47F6-A46B-C87363A879EA}" type="pres">
      <dgm:prSet presAssocID="{9F76B81C-3425-41B1-BE27-D6C91B2A4771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7553B908-6B1C-439E-A6AE-108C3A276166}" type="pres">
      <dgm:prSet presAssocID="{C5A7D95A-70C0-4CCB-89EB-BD2D2AFF65C4}" presName="bottomLine" presStyleLbl="alignNode1" presStyleIdx="9" presStyleCnt="10">
        <dgm:presLayoutVars/>
      </dgm:prSet>
      <dgm:spPr/>
    </dgm:pt>
    <dgm:pt modelId="{4673162B-814B-4A35-9570-D68CDFECADF0}" type="pres">
      <dgm:prSet presAssocID="{C5A7D95A-70C0-4CCB-89EB-BD2D2AFF65C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780EF001-1366-42C6-9FEF-F886BC540F06}" srcId="{23E4F98C-F8D9-46DA-B467-FDC2A2E3F0F2}" destId="{C5A7D95A-70C0-4CCB-89EB-BD2D2AFF65C4}" srcOrd="4" destOrd="0" parTransId="{38DF4C11-672D-4D4F-A6A1-6E3653BA7083}" sibTransId="{9F76B81C-3425-41B1-BE27-D6C91B2A4771}"/>
    <dgm:cxn modelId="{EB4DFF0F-6656-4FA0-9326-A47A018B3CDE}" srcId="{23E4F98C-F8D9-46DA-B467-FDC2A2E3F0F2}" destId="{6BEBEC9C-2D6C-4FB6-87B4-59EA09D7E140}" srcOrd="0" destOrd="0" parTransId="{5312969B-0701-4BCD-A802-D99D556EA36B}" sibTransId="{9D1B257D-C1F6-441D-9470-961ECB637815}"/>
    <dgm:cxn modelId="{96199124-4788-4658-9642-CC7C2856290A}" type="presOf" srcId="{34CD8BDB-A1F0-4747-8F37-5CB283762DAF}" destId="{ED1AC055-3252-43A2-8E9C-DF70DB11DF83}" srcOrd="1" destOrd="0" presId="urn:microsoft.com/office/officeart/2016/7/layout/BasicLinearProcessNumbered"/>
    <dgm:cxn modelId="{CD939133-7F2F-4419-B651-C1CA59553C33}" type="presOf" srcId="{34CD8BDB-A1F0-4747-8F37-5CB283762DAF}" destId="{F834AC52-2347-4A41-B7A2-C246D064A497}" srcOrd="0" destOrd="0" presId="urn:microsoft.com/office/officeart/2016/7/layout/BasicLinearProcessNumbered"/>
    <dgm:cxn modelId="{BD5FB24C-2AD1-45F8-AB93-DC0236942A83}" type="presOf" srcId="{21265CE0-4C45-485D-865D-6B285510A8E0}" destId="{3516899F-636D-40F4-B782-2C68F89C83A3}" srcOrd="0" destOrd="0" presId="urn:microsoft.com/office/officeart/2016/7/layout/BasicLinearProcessNumbered"/>
    <dgm:cxn modelId="{7CDBDB73-554B-48D3-8C92-26EB2F1B2C73}" srcId="{23E4F98C-F8D9-46DA-B467-FDC2A2E3F0F2}" destId="{3170CB19-658B-488F-927D-55C69386A43F}" srcOrd="2" destOrd="0" parTransId="{B4A69897-8CB6-49E8-A02A-EB34D1E672CD}" sibTransId="{D28FB908-0CC3-48BE-B5CA-2A50C1965369}"/>
    <dgm:cxn modelId="{7C6E9F74-3DCD-4BF8-A684-2F58A0718BA5}" srcId="{23E4F98C-F8D9-46DA-B467-FDC2A2E3F0F2}" destId="{21265CE0-4C45-485D-865D-6B285510A8E0}" srcOrd="3" destOrd="0" parTransId="{FD7914F6-007A-496E-BB57-E8A40E097B9F}" sibTransId="{23E9A43B-3C1F-46E1-BD28-A17DD49B3DA2}"/>
    <dgm:cxn modelId="{C1E2FB55-6083-4BEA-9E09-0C9A6AE71CCF}" type="presOf" srcId="{C5A7D95A-70C0-4CCB-89EB-BD2D2AFF65C4}" destId="{B9347955-DB0B-4E22-95BB-5B1BA1583BFA}" srcOrd="0" destOrd="0" presId="urn:microsoft.com/office/officeart/2016/7/layout/BasicLinearProcessNumbered"/>
    <dgm:cxn modelId="{12A29F7A-E4D8-4F70-9675-8EA6A217276F}" type="presOf" srcId="{9FF9863D-C610-4778-B9CC-1E7AE34954F4}" destId="{D017F0BA-7B2C-4CA5-A743-BF53521572F9}" srcOrd="0" destOrd="0" presId="urn:microsoft.com/office/officeart/2016/7/layout/BasicLinearProcessNumbered"/>
    <dgm:cxn modelId="{8534EA5A-BD05-4333-9290-6AB17C22D462}" type="presOf" srcId="{3170CB19-658B-488F-927D-55C69386A43F}" destId="{23A7EA29-FE0E-4339-BA7D-1A4C7579CFF6}" srcOrd="1" destOrd="0" presId="urn:microsoft.com/office/officeart/2016/7/layout/BasicLinearProcessNumbered"/>
    <dgm:cxn modelId="{5D52B382-2A0F-4892-99D7-B062E2F187F0}" type="presOf" srcId="{23E9A43B-3C1F-46E1-BD28-A17DD49B3DA2}" destId="{404B176C-5CA4-4DB5-9F44-EF81338F28BD}" srcOrd="0" destOrd="0" presId="urn:microsoft.com/office/officeart/2016/7/layout/BasicLinearProcessNumbered"/>
    <dgm:cxn modelId="{34BE6F8D-5497-4CBE-BF17-8AA4C6EF40E3}" srcId="{23E4F98C-F8D9-46DA-B467-FDC2A2E3F0F2}" destId="{34CD8BDB-A1F0-4747-8F37-5CB283762DAF}" srcOrd="1" destOrd="0" parTransId="{778339E0-F846-47B3-9BA4-F82C9584FA06}" sibTransId="{9FF9863D-C610-4778-B9CC-1E7AE34954F4}"/>
    <dgm:cxn modelId="{6E03E295-F007-4423-AD59-9D7C2CC209D6}" type="presOf" srcId="{21265CE0-4C45-485D-865D-6B285510A8E0}" destId="{06C092C5-3976-4D09-9CAF-0555E19EE7BC}" srcOrd="1" destOrd="0" presId="urn:microsoft.com/office/officeart/2016/7/layout/BasicLinearProcessNumbered"/>
    <dgm:cxn modelId="{5B402F99-982E-441B-82E2-E6599BD4BA83}" type="presOf" srcId="{9F76B81C-3425-41B1-BE27-D6C91B2A4771}" destId="{BFCF1CD0-539D-47F6-A46B-C87363A879EA}" srcOrd="0" destOrd="0" presId="urn:microsoft.com/office/officeart/2016/7/layout/BasicLinearProcessNumbered"/>
    <dgm:cxn modelId="{F63E13A2-976A-4DDC-B743-A3A0A0FE82EA}" type="presOf" srcId="{9D1B257D-C1F6-441D-9470-961ECB637815}" destId="{8919F972-BF1E-427D-B532-EECA76F09735}" srcOrd="0" destOrd="0" presId="urn:microsoft.com/office/officeart/2016/7/layout/BasicLinearProcessNumbered"/>
    <dgm:cxn modelId="{7FACD6A7-35B5-41C4-A36A-73514DA0A620}" type="presOf" srcId="{C5A7D95A-70C0-4CCB-89EB-BD2D2AFF65C4}" destId="{4673162B-814B-4A35-9570-D68CDFECADF0}" srcOrd="1" destOrd="0" presId="urn:microsoft.com/office/officeart/2016/7/layout/BasicLinearProcessNumbered"/>
    <dgm:cxn modelId="{AA5DF5AC-1E39-4E71-A25E-7173A89C66FE}" type="presOf" srcId="{6BEBEC9C-2D6C-4FB6-87B4-59EA09D7E140}" destId="{F67378F4-C058-479D-B520-C9BAD31DDA73}" srcOrd="1" destOrd="0" presId="urn:microsoft.com/office/officeart/2016/7/layout/BasicLinearProcessNumbered"/>
    <dgm:cxn modelId="{CEC510B8-3EA5-4E7D-BD29-79FB29A2FF3D}" type="presOf" srcId="{23E4F98C-F8D9-46DA-B467-FDC2A2E3F0F2}" destId="{0C4DE262-5162-4173-9C1E-C0BA5111838C}" srcOrd="0" destOrd="0" presId="urn:microsoft.com/office/officeart/2016/7/layout/BasicLinearProcessNumbered"/>
    <dgm:cxn modelId="{197350B8-19D2-42DA-804A-FE48E6533109}" type="presOf" srcId="{6BEBEC9C-2D6C-4FB6-87B4-59EA09D7E140}" destId="{77565919-C4F4-4821-8AAE-33C168810445}" srcOrd="0" destOrd="0" presId="urn:microsoft.com/office/officeart/2016/7/layout/BasicLinearProcessNumbered"/>
    <dgm:cxn modelId="{F1E677BD-0007-49E3-9724-9BA4F8D6CF93}" type="presOf" srcId="{D28FB908-0CC3-48BE-B5CA-2A50C1965369}" destId="{1F109C55-313B-4B7C-AB3E-F602277467FE}" srcOrd="0" destOrd="0" presId="urn:microsoft.com/office/officeart/2016/7/layout/BasicLinearProcessNumbered"/>
    <dgm:cxn modelId="{695023FD-ED74-4BD9-B939-FE79FB9C13DA}" type="presOf" srcId="{3170CB19-658B-488F-927D-55C69386A43F}" destId="{2B994ADA-74A5-4CD7-A698-6E20830C6017}" srcOrd="0" destOrd="0" presId="urn:microsoft.com/office/officeart/2016/7/layout/BasicLinearProcessNumbered"/>
    <dgm:cxn modelId="{34F25512-1CC3-4426-B843-3F45E43F12D1}" type="presParOf" srcId="{0C4DE262-5162-4173-9C1E-C0BA5111838C}" destId="{858E13CE-7A44-447B-952E-1D3198376913}" srcOrd="0" destOrd="0" presId="urn:microsoft.com/office/officeart/2016/7/layout/BasicLinearProcessNumbered"/>
    <dgm:cxn modelId="{F1FCFA45-BFDB-4521-B828-99747AC8CB60}" type="presParOf" srcId="{858E13CE-7A44-447B-952E-1D3198376913}" destId="{77565919-C4F4-4821-8AAE-33C168810445}" srcOrd="0" destOrd="0" presId="urn:microsoft.com/office/officeart/2016/7/layout/BasicLinearProcessNumbered"/>
    <dgm:cxn modelId="{D5C56CFE-2377-46DD-9DAC-9B4B2E04DFC6}" type="presParOf" srcId="{858E13CE-7A44-447B-952E-1D3198376913}" destId="{8919F972-BF1E-427D-B532-EECA76F09735}" srcOrd="1" destOrd="0" presId="urn:microsoft.com/office/officeart/2016/7/layout/BasicLinearProcessNumbered"/>
    <dgm:cxn modelId="{7AD99273-73DD-4CBF-81A8-53DF14146368}" type="presParOf" srcId="{858E13CE-7A44-447B-952E-1D3198376913}" destId="{E59CEFFD-0B53-40AA-AD3E-61B625A00C48}" srcOrd="2" destOrd="0" presId="urn:microsoft.com/office/officeart/2016/7/layout/BasicLinearProcessNumbered"/>
    <dgm:cxn modelId="{16B481A4-A3AC-456C-B733-AA9D6E5F87EE}" type="presParOf" srcId="{858E13CE-7A44-447B-952E-1D3198376913}" destId="{F67378F4-C058-479D-B520-C9BAD31DDA73}" srcOrd="3" destOrd="0" presId="urn:microsoft.com/office/officeart/2016/7/layout/BasicLinearProcessNumbered"/>
    <dgm:cxn modelId="{18428928-636A-41F7-8BFD-532F91A0FDC6}" type="presParOf" srcId="{0C4DE262-5162-4173-9C1E-C0BA5111838C}" destId="{15844DD2-A702-4C5A-8907-FC6C22420E68}" srcOrd="1" destOrd="0" presId="urn:microsoft.com/office/officeart/2016/7/layout/BasicLinearProcessNumbered"/>
    <dgm:cxn modelId="{C66DB14F-EB25-4CCD-BB5C-24A055F18197}" type="presParOf" srcId="{0C4DE262-5162-4173-9C1E-C0BA5111838C}" destId="{4E16B938-E29A-4343-B7B0-4DB08EDB07B2}" srcOrd="2" destOrd="0" presId="urn:microsoft.com/office/officeart/2016/7/layout/BasicLinearProcessNumbered"/>
    <dgm:cxn modelId="{292677E4-FAB2-45D1-A99E-F5426D2AA1C7}" type="presParOf" srcId="{4E16B938-E29A-4343-B7B0-4DB08EDB07B2}" destId="{F834AC52-2347-4A41-B7A2-C246D064A497}" srcOrd="0" destOrd="0" presId="urn:microsoft.com/office/officeart/2016/7/layout/BasicLinearProcessNumbered"/>
    <dgm:cxn modelId="{E50E579F-F727-41C2-8599-9DE0A58741E8}" type="presParOf" srcId="{4E16B938-E29A-4343-B7B0-4DB08EDB07B2}" destId="{D017F0BA-7B2C-4CA5-A743-BF53521572F9}" srcOrd="1" destOrd="0" presId="urn:microsoft.com/office/officeart/2016/7/layout/BasicLinearProcessNumbered"/>
    <dgm:cxn modelId="{BBFB7925-E759-47F9-A19D-22A360B7EE70}" type="presParOf" srcId="{4E16B938-E29A-4343-B7B0-4DB08EDB07B2}" destId="{270CE98D-5043-43EF-B9CD-DA4A88B422AB}" srcOrd="2" destOrd="0" presId="urn:microsoft.com/office/officeart/2016/7/layout/BasicLinearProcessNumbered"/>
    <dgm:cxn modelId="{D18F1A6B-9861-46C8-851F-CE9454318A67}" type="presParOf" srcId="{4E16B938-E29A-4343-B7B0-4DB08EDB07B2}" destId="{ED1AC055-3252-43A2-8E9C-DF70DB11DF83}" srcOrd="3" destOrd="0" presId="urn:microsoft.com/office/officeart/2016/7/layout/BasicLinearProcessNumbered"/>
    <dgm:cxn modelId="{6392BCDF-5010-48A0-8B3B-C4C0FA3EC01A}" type="presParOf" srcId="{0C4DE262-5162-4173-9C1E-C0BA5111838C}" destId="{60ECAC41-233A-42F5-8825-73D99C6CD6A0}" srcOrd="3" destOrd="0" presId="urn:microsoft.com/office/officeart/2016/7/layout/BasicLinearProcessNumbered"/>
    <dgm:cxn modelId="{A7D66C0B-0666-4D17-AE5B-68529B2E3E46}" type="presParOf" srcId="{0C4DE262-5162-4173-9C1E-C0BA5111838C}" destId="{A7C9BAA7-0701-4930-8B3C-00E34504BDAB}" srcOrd="4" destOrd="0" presId="urn:microsoft.com/office/officeart/2016/7/layout/BasicLinearProcessNumbered"/>
    <dgm:cxn modelId="{05BDF512-DAE3-4807-A02A-B1F5C72558F3}" type="presParOf" srcId="{A7C9BAA7-0701-4930-8B3C-00E34504BDAB}" destId="{2B994ADA-74A5-4CD7-A698-6E20830C6017}" srcOrd="0" destOrd="0" presId="urn:microsoft.com/office/officeart/2016/7/layout/BasicLinearProcessNumbered"/>
    <dgm:cxn modelId="{8A5D23B2-CF9B-4581-9A8A-2D6F9DA68735}" type="presParOf" srcId="{A7C9BAA7-0701-4930-8B3C-00E34504BDAB}" destId="{1F109C55-313B-4B7C-AB3E-F602277467FE}" srcOrd="1" destOrd="0" presId="urn:microsoft.com/office/officeart/2016/7/layout/BasicLinearProcessNumbered"/>
    <dgm:cxn modelId="{C6C5EBC5-AEBF-4125-B5A5-7D410267EFE7}" type="presParOf" srcId="{A7C9BAA7-0701-4930-8B3C-00E34504BDAB}" destId="{31612534-A018-4A18-85CB-D57776CABA1F}" srcOrd="2" destOrd="0" presId="urn:microsoft.com/office/officeart/2016/7/layout/BasicLinearProcessNumbered"/>
    <dgm:cxn modelId="{ECD5BB51-3B5C-4FFB-8FDA-FE344FE8F2C1}" type="presParOf" srcId="{A7C9BAA7-0701-4930-8B3C-00E34504BDAB}" destId="{23A7EA29-FE0E-4339-BA7D-1A4C7579CFF6}" srcOrd="3" destOrd="0" presId="urn:microsoft.com/office/officeart/2016/7/layout/BasicLinearProcessNumbered"/>
    <dgm:cxn modelId="{BC2C3373-28BB-4167-9923-2F3A82F92617}" type="presParOf" srcId="{0C4DE262-5162-4173-9C1E-C0BA5111838C}" destId="{9BDE084B-4BE0-4264-B784-B86F7350B4E9}" srcOrd="5" destOrd="0" presId="urn:microsoft.com/office/officeart/2016/7/layout/BasicLinearProcessNumbered"/>
    <dgm:cxn modelId="{DDCF7D46-E683-4690-98E9-CD5694F423DB}" type="presParOf" srcId="{0C4DE262-5162-4173-9C1E-C0BA5111838C}" destId="{42808CCD-3C9E-4C9A-B108-177AF8D0909D}" srcOrd="6" destOrd="0" presId="urn:microsoft.com/office/officeart/2016/7/layout/BasicLinearProcessNumbered"/>
    <dgm:cxn modelId="{39E6FE38-62D7-4661-9306-290EDD699D0F}" type="presParOf" srcId="{42808CCD-3C9E-4C9A-B108-177AF8D0909D}" destId="{3516899F-636D-40F4-B782-2C68F89C83A3}" srcOrd="0" destOrd="0" presId="urn:microsoft.com/office/officeart/2016/7/layout/BasicLinearProcessNumbered"/>
    <dgm:cxn modelId="{55FE17D4-F712-4D48-AD9D-CE3737DD8EEC}" type="presParOf" srcId="{42808CCD-3C9E-4C9A-B108-177AF8D0909D}" destId="{404B176C-5CA4-4DB5-9F44-EF81338F28BD}" srcOrd="1" destOrd="0" presId="urn:microsoft.com/office/officeart/2016/7/layout/BasicLinearProcessNumbered"/>
    <dgm:cxn modelId="{0C47044F-BA72-4D93-A9F8-2CDD3A7196B5}" type="presParOf" srcId="{42808CCD-3C9E-4C9A-B108-177AF8D0909D}" destId="{2711BBC8-5A1A-4F0E-820A-18F9C6BA35E8}" srcOrd="2" destOrd="0" presId="urn:microsoft.com/office/officeart/2016/7/layout/BasicLinearProcessNumbered"/>
    <dgm:cxn modelId="{53B8213C-D674-4552-B3A8-0CFFDDC40BEA}" type="presParOf" srcId="{42808CCD-3C9E-4C9A-B108-177AF8D0909D}" destId="{06C092C5-3976-4D09-9CAF-0555E19EE7BC}" srcOrd="3" destOrd="0" presId="urn:microsoft.com/office/officeart/2016/7/layout/BasicLinearProcessNumbered"/>
    <dgm:cxn modelId="{38AFA373-D58E-45FB-8804-DB4FDAC487F0}" type="presParOf" srcId="{0C4DE262-5162-4173-9C1E-C0BA5111838C}" destId="{E7BA4B67-5F4E-4BDE-A295-D78D5391DE00}" srcOrd="7" destOrd="0" presId="urn:microsoft.com/office/officeart/2016/7/layout/BasicLinearProcessNumbered"/>
    <dgm:cxn modelId="{6E400C01-5A9C-4307-B0F7-35BB01572A64}" type="presParOf" srcId="{0C4DE262-5162-4173-9C1E-C0BA5111838C}" destId="{9F23FA08-7822-4892-ABAA-C499406BC259}" srcOrd="8" destOrd="0" presId="urn:microsoft.com/office/officeart/2016/7/layout/BasicLinearProcessNumbered"/>
    <dgm:cxn modelId="{AE70E1FC-39A1-45F2-BAAF-7152280FB1FE}" type="presParOf" srcId="{9F23FA08-7822-4892-ABAA-C499406BC259}" destId="{B9347955-DB0B-4E22-95BB-5B1BA1583BFA}" srcOrd="0" destOrd="0" presId="urn:microsoft.com/office/officeart/2016/7/layout/BasicLinearProcessNumbered"/>
    <dgm:cxn modelId="{E532EEEA-B6A1-4B6B-B3F3-96C1332587FF}" type="presParOf" srcId="{9F23FA08-7822-4892-ABAA-C499406BC259}" destId="{BFCF1CD0-539D-47F6-A46B-C87363A879EA}" srcOrd="1" destOrd="0" presId="urn:microsoft.com/office/officeart/2016/7/layout/BasicLinearProcessNumbered"/>
    <dgm:cxn modelId="{D03F4820-DFFE-4CC4-A649-FB1124C46B9B}" type="presParOf" srcId="{9F23FA08-7822-4892-ABAA-C499406BC259}" destId="{7553B908-6B1C-439E-A6AE-108C3A276166}" srcOrd="2" destOrd="0" presId="urn:microsoft.com/office/officeart/2016/7/layout/BasicLinearProcessNumbered"/>
    <dgm:cxn modelId="{30D4E2E3-BF22-4C6B-A377-1140C27DA298}" type="presParOf" srcId="{9F23FA08-7822-4892-ABAA-C499406BC259}" destId="{4673162B-814B-4A35-9570-D68CDFECADF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CDF9B-FC1F-465A-8BB2-222D510382E0}">
      <dsp:nvSpPr>
        <dsp:cNvPr id="0" name=""/>
        <dsp:cNvSpPr/>
      </dsp:nvSpPr>
      <dsp:spPr>
        <a:xfrm>
          <a:off x="1875218" y="808788"/>
          <a:ext cx="1509048" cy="1509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6ABE2-DD7C-40F2-9D07-31EF688BA580}">
      <dsp:nvSpPr>
        <dsp:cNvPr id="0" name=""/>
        <dsp:cNvSpPr/>
      </dsp:nvSpPr>
      <dsp:spPr>
        <a:xfrm>
          <a:off x="1469395" y="2343276"/>
          <a:ext cx="2736334" cy="720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Segoe UI" panose="020B0502040204020203" pitchFamily="34" charset="0"/>
              <a:cs typeface="Segoe UI" panose="020B0502040204020203" pitchFamily="34" charset="0"/>
            </a:rPr>
            <a:t>World Bank API</a:t>
          </a:r>
        </a:p>
      </dsp:txBody>
      <dsp:txXfrm>
        <a:off x="1469395" y="2343276"/>
        <a:ext cx="2736334" cy="720171"/>
      </dsp:txXfrm>
    </dsp:sp>
    <dsp:sp modelId="{331CFC88-6A3F-4857-B6F4-2AD18D2D6BB9}">
      <dsp:nvSpPr>
        <dsp:cNvPr id="0" name=""/>
        <dsp:cNvSpPr/>
      </dsp:nvSpPr>
      <dsp:spPr>
        <a:xfrm>
          <a:off x="1119321" y="3072793"/>
          <a:ext cx="4311566" cy="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Country-level macro indicators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Multi-year historical coverage</a:t>
          </a:r>
        </a:p>
      </dsp:txBody>
      <dsp:txXfrm>
        <a:off x="1119321" y="3072793"/>
        <a:ext cx="4311566" cy="3398"/>
      </dsp:txXfrm>
    </dsp:sp>
    <dsp:sp modelId="{F4204C3B-F359-48D0-92BC-56322E84838B}">
      <dsp:nvSpPr>
        <dsp:cNvPr id="0" name=""/>
        <dsp:cNvSpPr/>
      </dsp:nvSpPr>
      <dsp:spPr>
        <a:xfrm>
          <a:off x="7273164" y="897231"/>
          <a:ext cx="1509048" cy="1509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C6823-6276-4CC8-84F8-E3D5278420CA}">
      <dsp:nvSpPr>
        <dsp:cNvPr id="0" name=""/>
        <dsp:cNvSpPr/>
      </dsp:nvSpPr>
      <dsp:spPr>
        <a:xfrm>
          <a:off x="7304733" y="2338273"/>
          <a:ext cx="4311566" cy="646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Segoe UI" panose="020B0502040204020203" pitchFamily="34" charset="0"/>
              <a:cs typeface="Segoe UI" panose="020B0502040204020203" pitchFamily="34" charset="0"/>
            </a:rPr>
            <a:t>FRED API</a:t>
          </a:r>
        </a:p>
      </dsp:txBody>
      <dsp:txXfrm>
        <a:off x="7304733" y="2338273"/>
        <a:ext cx="4311566" cy="646734"/>
      </dsp:txXfrm>
    </dsp:sp>
    <dsp:sp modelId="{9040F822-959C-4BDE-8003-AF19BB0C0810}">
      <dsp:nvSpPr>
        <dsp:cNvPr id="0" name=""/>
        <dsp:cNvSpPr/>
      </dsp:nvSpPr>
      <dsp:spPr>
        <a:xfrm>
          <a:off x="6876771" y="3023539"/>
          <a:ext cx="4311566" cy="67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Economic time-series indicators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Used to demonstrate multi-source ingestion capability</a:t>
          </a:r>
        </a:p>
      </dsp:txBody>
      <dsp:txXfrm>
        <a:off x="6876771" y="3023539"/>
        <a:ext cx="4311566" cy="679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4A64A-5B73-42C5-A4BF-B3222725D9EF}">
      <dsp:nvSpPr>
        <dsp:cNvPr id="0" name=""/>
        <dsp:cNvSpPr/>
      </dsp:nvSpPr>
      <dsp:spPr>
        <a:xfrm>
          <a:off x="750503" y="435720"/>
          <a:ext cx="1200445" cy="1200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4E106A-4541-4DA4-ADB2-0A84FAC5EB44}">
      <dsp:nvSpPr>
        <dsp:cNvPr id="0" name=""/>
        <dsp:cNvSpPr/>
      </dsp:nvSpPr>
      <dsp:spPr>
        <a:xfrm>
          <a:off x="4138" y="1737443"/>
          <a:ext cx="3429843" cy="610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>
              <a:latin typeface="Segoe UI" panose="020B0502040204020203" pitchFamily="34" charset="0"/>
              <a:cs typeface="Segoe UI" panose="020B0502040204020203" pitchFamily="34" charset="0"/>
            </a:rPr>
            <a:t>Database Used: </a:t>
          </a:r>
          <a:r>
            <a:rPr lang="en-US" sz="1800" b="0" kern="1200" dirty="0">
              <a:latin typeface="Segoe UI" panose="020B0502040204020203" pitchFamily="34" charset="0"/>
              <a:cs typeface="Segoe UI" panose="020B0502040204020203" pitchFamily="34" charset="0"/>
            </a:rPr>
            <a:t>SQLite</a:t>
          </a:r>
        </a:p>
      </dsp:txBody>
      <dsp:txXfrm>
        <a:off x="4138" y="1737443"/>
        <a:ext cx="3429843" cy="610940"/>
      </dsp:txXfrm>
    </dsp:sp>
    <dsp:sp modelId="{D5327FB2-A6F8-4E0E-9738-0097AB44705A}">
      <dsp:nvSpPr>
        <dsp:cNvPr id="0" name=""/>
        <dsp:cNvSpPr/>
      </dsp:nvSpPr>
      <dsp:spPr>
        <a:xfrm>
          <a:off x="4138" y="2427233"/>
          <a:ext cx="3429843" cy="1882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50264-BF63-4C41-909D-226A1190B47C}">
      <dsp:nvSpPr>
        <dsp:cNvPr id="0" name=""/>
        <dsp:cNvSpPr/>
      </dsp:nvSpPr>
      <dsp:spPr>
        <a:xfrm>
          <a:off x="5037008" y="435720"/>
          <a:ext cx="1200445" cy="1200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3F267-5FAC-4D86-920A-5268D9544705}">
      <dsp:nvSpPr>
        <dsp:cNvPr id="0" name=""/>
        <dsp:cNvSpPr/>
      </dsp:nvSpPr>
      <dsp:spPr>
        <a:xfrm>
          <a:off x="4034204" y="1737443"/>
          <a:ext cx="3429843" cy="610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kern="1200" dirty="0">
              <a:latin typeface="Segoe UI" panose="020B0502040204020203" pitchFamily="34" charset="0"/>
              <a:cs typeface="Segoe UI" panose="020B0502040204020203" pitchFamily="34" charset="0"/>
            </a:rPr>
            <a:t>Chosen for simplicity, portability, and analytics-focused workloads.</a:t>
          </a:r>
        </a:p>
      </dsp:txBody>
      <dsp:txXfrm>
        <a:off x="4034204" y="1737443"/>
        <a:ext cx="3429843" cy="610940"/>
      </dsp:txXfrm>
    </dsp:sp>
    <dsp:sp modelId="{8399CB2A-5241-4A91-9873-5C80D1C2AC4B}">
      <dsp:nvSpPr>
        <dsp:cNvPr id="0" name=""/>
        <dsp:cNvSpPr/>
      </dsp:nvSpPr>
      <dsp:spPr>
        <a:xfrm>
          <a:off x="4034204" y="2427233"/>
          <a:ext cx="3429843" cy="1882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394066-2F6A-418B-983B-BC64F3DD4187}">
      <dsp:nvSpPr>
        <dsp:cNvPr id="0" name=""/>
        <dsp:cNvSpPr/>
      </dsp:nvSpPr>
      <dsp:spPr>
        <a:xfrm>
          <a:off x="9106161" y="435720"/>
          <a:ext cx="1200445" cy="1200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06050-1C7A-49AE-82F0-4116FABA7077}">
      <dsp:nvSpPr>
        <dsp:cNvPr id="0" name=""/>
        <dsp:cNvSpPr/>
      </dsp:nvSpPr>
      <dsp:spPr>
        <a:xfrm>
          <a:off x="8064271" y="1737443"/>
          <a:ext cx="3429843" cy="610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>
              <a:latin typeface="Segoe UI" panose="020B0502040204020203" pitchFamily="34" charset="0"/>
              <a:cs typeface="Segoe UI" panose="020B0502040204020203" pitchFamily="34" charset="0"/>
            </a:rPr>
            <a:t>Tables Created</a:t>
          </a:r>
          <a:endParaRPr lang="en-US" sz="18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8064271" y="1737443"/>
        <a:ext cx="3429843" cy="610940"/>
      </dsp:txXfrm>
    </dsp:sp>
    <dsp:sp modelId="{25A404B4-D7D0-49B0-889B-E426C32844E3}">
      <dsp:nvSpPr>
        <dsp:cNvPr id="0" name=""/>
        <dsp:cNvSpPr/>
      </dsp:nvSpPr>
      <dsp:spPr>
        <a:xfrm>
          <a:off x="8055181" y="1989552"/>
          <a:ext cx="3429843" cy="1882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raw_macro_data (raw ingestion)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Segoe UI" panose="020B0502040204020203" pitchFamily="34" charset="0"/>
              <a:cs typeface="Segoe UI" panose="020B0502040204020203" pitchFamily="34" charset="0"/>
            </a:rPr>
            <a:t>fact_macro_annual</a:t>
          </a: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 (analytics-ready fact table)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Segoe UI" panose="020B0502040204020203" pitchFamily="34" charset="0"/>
              <a:cs typeface="Segoe UI" panose="020B0502040204020203" pitchFamily="34" charset="0"/>
            </a:rPr>
            <a:t>dim_country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Segoe UI" panose="020B0502040204020203" pitchFamily="34" charset="0"/>
              <a:cs typeface="Segoe UI" panose="020B0502040204020203" pitchFamily="34" charset="0"/>
            </a:rPr>
            <a:t>dim_indicator</a:t>
          </a:r>
          <a:endParaRPr lang="en-US" sz="18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8055181" y="1989552"/>
        <a:ext cx="3429843" cy="18826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CBE54-F1AF-458D-B8DB-986FEFB8F370}">
      <dsp:nvSpPr>
        <dsp:cNvPr id="0" name=""/>
        <dsp:cNvSpPr/>
      </dsp:nvSpPr>
      <dsp:spPr>
        <a:xfrm>
          <a:off x="202" y="187824"/>
          <a:ext cx="2441809" cy="29301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196" tIns="0" rIns="24119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Row count validation after transformation</a:t>
          </a:r>
        </a:p>
      </dsp:txBody>
      <dsp:txXfrm>
        <a:off x="202" y="1359892"/>
        <a:ext cx="2441809" cy="1758102"/>
      </dsp:txXfrm>
    </dsp:sp>
    <dsp:sp modelId="{2C4CFDF3-5B4F-4806-987C-6620D0EFBFF7}">
      <dsp:nvSpPr>
        <dsp:cNvPr id="0" name=""/>
        <dsp:cNvSpPr/>
      </dsp:nvSpPr>
      <dsp:spPr>
        <a:xfrm>
          <a:off x="202" y="187824"/>
          <a:ext cx="2441809" cy="1172068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196" tIns="165100" rIns="241196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01</a:t>
          </a:r>
        </a:p>
      </dsp:txBody>
      <dsp:txXfrm>
        <a:off x="202" y="187824"/>
        <a:ext cx="2441809" cy="1172068"/>
      </dsp:txXfrm>
    </dsp:sp>
    <dsp:sp modelId="{752F7C18-93DA-4736-9082-E502518DF717}">
      <dsp:nvSpPr>
        <dsp:cNvPr id="0" name=""/>
        <dsp:cNvSpPr/>
      </dsp:nvSpPr>
      <dsp:spPr>
        <a:xfrm>
          <a:off x="2637356" y="187824"/>
          <a:ext cx="2441809" cy="293017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196" tIns="0" rIns="24119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Null and blank value checks</a:t>
          </a:r>
        </a:p>
      </dsp:txBody>
      <dsp:txXfrm>
        <a:off x="2637356" y="1359892"/>
        <a:ext cx="2441809" cy="1758102"/>
      </dsp:txXfrm>
    </dsp:sp>
    <dsp:sp modelId="{51EABE9C-7BD8-47AD-8FA8-845D32C95408}">
      <dsp:nvSpPr>
        <dsp:cNvPr id="0" name=""/>
        <dsp:cNvSpPr/>
      </dsp:nvSpPr>
      <dsp:spPr>
        <a:xfrm>
          <a:off x="2637356" y="187824"/>
          <a:ext cx="2441809" cy="1172068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196" tIns="165100" rIns="241196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02</a:t>
          </a:r>
        </a:p>
      </dsp:txBody>
      <dsp:txXfrm>
        <a:off x="2637356" y="187824"/>
        <a:ext cx="2441809" cy="1172068"/>
      </dsp:txXfrm>
    </dsp:sp>
    <dsp:sp modelId="{BC58626D-98A6-472D-A072-499A571FE28B}">
      <dsp:nvSpPr>
        <dsp:cNvPr id="0" name=""/>
        <dsp:cNvSpPr/>
      </dsp:nvSpPr>
      <dsp:spPr>
        <a:xfrm>
          <a:off x="5274509" y="187824"/>
          <a:ext cx="2441809" cy="293017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196" tIns="0" rIns="24119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Duplicate detection and prevention</a:t>
          </a:r>
        </a:p>
      </dsp:txBody>
      <dsp:txXfrm>
        <a:off x="5274509" y="1359892"/>
        <a:ext cx="2441809" cy="1758102"/>
      </dsp:txXfrm>
    </dsp:sp>
    <dsp:sp modelId="{08E0531A-1EDB-4A14-A406-01EE1E792B8E}">
      <dsp:nvSpPr>
        <dsp:cNvPr id="0" name=""/>
        <dsp:cNvSpPr/>
      </dsp:nvSpPr>
      <dsp:spPr>
        <a:xfrm>
          <a:off x="5274509" y="187824"/>
          <a:ext cx="2441809" cy="1172068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196" tIns="165100" rIns="241196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03</a:t>
          </a:r>
        </a:p>
      </dsp:txBody>
      <dsp:txXfrm>
        <a:off x="5274509" y="187824"/>
        <a:ext cx="2441809" cy="1172068"/>
      </dsp:txXfrm>
    </dsp:sp>
    <dsp:sp modelId="{6B075CDC-FEAF-49F0-9FF1-79E8F8CE165A}">
      <dsp:nvSpPr>
        <dsp:cNvPr id="0" name=""/>
        <dsp:cNvSpPr/>
      </dsp:nvSpPr>
      <dsp:spPr>
        <a:xfrm>
          <a:off x="7911663" y="187824"/>
          <a:ext cx="2441809" cy="29301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196" tIns="0" rIns="24119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Validation logs generated for auditability</a:t>
          </a:r>
        </a:p>
      </dsp:txBody>
      <dsp:txXfrm>
        <a:off x="7911663" y="1359892"/>
        <a:ext cx="2441809" cy="1758102"/>
      </dsp:txXfrm>
    </dsp:sp>
    <dsp:sp modelId="{D9246DC9-02FF-43D3-B8B3-CEF7FFD0B7E2}">
      <dsp:nvSpPr>
        <dsp:cNvPr id="0" name=""/>
        <dsp:cNvSpPr/>
      </dsp:nvSpPr>
      <dsp:spPr>
        <a:xfrm>
          <a:off x="7911663" y="187824"/>
          <a:ext cx="2441809" cy="1172068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196" tIns="165100" rIns="241196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04</a:t>
          </a:r>
        </a:p>
      </dsp:txBody>
      <dsp:txXfrm>
        <a:off x="7911663" y="187824"/>
        <a:ext cx="2441809" cy="11720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3A515-8673-43FC-BA90-1EB13C8888A1}">
      <dsp:nvSpPr>
        <dsp:cNvPr id="0" name=""/>
        <dsp:cNvSpPr/>
      </dsp:nvSpPr>
      <dsp:spPr>
        <a:xfrm>
          <a:off x="4549" y="832306"/>
          <a:ext cx="1989341" cy="16412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Automated pipeline execution using Windows Task Scheduler</a:t>
          </a:r>
        </a:p>
      </dsp:txBody>
      <dsp:txXfrm>
        <a:off x="52618" y="880375"/>
        <a:ext cx="1893203" cy="1545068"/>
      </dsp:txXfrm>
    </dsp:sp>
    <dsp:sp modelId="{693FF959-AD2F-4FE6-98CC-FC1FD045E989}">
      <dsp:nvSpPr>
        <dsp:cNvPr id="0" name=""/>
        <dsp:cNvSpPr/>
      </dsp:nvSpPr>
      <dsp:spPr>
        <a:xfrm>
          <a:off x="2192825" y="1406231"/>
          <a:ext cx="421740" cy="493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192825" y="1504902"/>
        <a:ext cx="295218" cy="296014"/>
      </dsp:txXfrm>
    </dsp:sp>
    <dsp:sp modelId="{1E996C42-53F7-4410-84F9-99AC7AA2D44B}">
      <dsp:nvSpPr>
        <dsp:cNvPr id="0" name=""/>
        <dsp:cNvSpPr/>
      </dsp:nvSpPr>
      <dsp:spPr>
        <a:xfrm>
          <a:off x="2789627" y="832306"/>
          <a:ext cx="1989341" cy="164120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Scheduled execution of end-to-end data pipeline</a:t>
          </a:r>
        </a:p>
      </dsp:txBody>
      <dsp:txXfrm>
        <a:off x="2837696" y="880375"/>
        <a:ext cx="1893203" cy="1545068"/>
      </dsp:txXfrm>
    </dsp:sp>
    <dsp:sp modelId="{45710565-F1E3-40E0-BCE8-E2E36C40C7DD}">
      <dsp:nvSpPr>
        <dsp:cNvPr id="0" name=""/>
        <dsp:cNvSpPr/>
      </dsp:nvSpPr>
      <dsp:spPr>
        <a:xfrm>
          <a:off x="4977903" y="1406231"/>
          <a:ext cx="421740" cy="493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977903" y="1504902"/>
        <a:ext cx="295218" cy="296014"/>
      </dsp:txXfrm>
    </dsp:sp>
    <dsp:sp modelId="{527FFA59-0263-4F5D-8ADB-18F8559BD097}">
      <dsp:nvSpPr>
        <dsp:cNvPr id="0" name=""/>
        <dsp:cNvSpPr/>
      </dsp:nvSpPr>
      <dsp:spPr>
        <a:xfrm>
          <a:off x="5574705" y="832306"/>
          <a:ext cx="1989341" cy="164120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Eliminated manual intervention for data refresh</a:t>
          </a:r>
        </a:p>
      </dsp:txBody>
      <dsp:txXfrm>
        <a:off x="5622774" y="880375"/>
        <a:ext cx="1893203" cy="1545068"/>
      </dsp:txXfrm>
    </dsp:sp>
    <dsp:sp modelId="{EDB6B067-F4A8-4180-90B2-FCA73BD3DE4F}">
      <dsp:nvSpPr>
        <dsp:cNvPr id="0" name=""/>
        <dsp:cNvSpPr/>
      </dsp:nvSpPr>
      <dsp:spPr>
        <a:xfrm>
          <a:off x="7762981" y="1406231"/>
          <a:ext cx="421740" cy="493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762981" y="1504902"/>
        <a:ext cx="295218" cy="296014"/>
      </dsp:txXfrm>
    </dsp:sp>
    <dsp:sp modelId="{70286272-28D4-4DDB-A69B-1F608AA1EA39}">
      <dsp:nvSpPr>
        <dsp:cNvPr id="0" name=""/>
        <dsp:cNvSpPr/>
      </dsp:nvSpPr>
      <dsp:spPr>
        <a:xfrm>
          <a:off x="8359783" y="832306"/>
          <a:ext cx="1989341" cy="16412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Ensured consistent and timely availability of analytics data</a:t>
          </a:r>
        </a:p>
      </dsp:txBody>
      <dsp:txXfrm>
        <a:off x="8407852" y="880375"/>
        <a:ext cx="1893203" cy="15450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721648-1B45-4E14-ABCB-5D66AF061F05}">
      <dsp:nvSpPr>
        <dsp:cNvPr id="0" name=""/>
        <dsp:cNvSpPr/>
      </dsp:nvSpPr>
      <dsp:spPr>
        <a:xfrm>
          <a:off x="0" y="0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BFEEAC-57B8-41F2-ACDE-9E2AF767136B}">
      <dsp:nvSpPr>
        <dsp:cNvPr id="0" name=""/>
        <dsp:cNvSpPr/>
      </dsp:nvSpPr>
      <dsp:spPr>
        <a:xfrm>
          <a:off x="0" y="403"/>
          <a:ext cx="10353675" cy="47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Long-Term Aggregate Value Has Grown Consistently Over Time</a:t>
          </a:r>
        </a:p>
      </dsp:txBody>
      <dsp:txXfrm>
        <a:off x="0" y="403"/>
        <a:ext cx="10353675" cy="471868"/>
      </dsp:txXfrm>
    </dsp:sp>
    <dsp:sp modelId="{5C289E80-CA28-4314-8DE1-431850109AE8}">
      <dsp:nvSpPr>
        <dsp:cNvPr id="0" name=""/>
        <dsp:cNvSpPr/>
      </dsp:nvSpPr>
      <dsp:spPr>
        <a:xfrm>
          <a:off x="0" y="472272"/>
          <a:ext cx="1035367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4F1CAB-A79A-43C8-B2B2-3709B3A3BB4C}">
      <dsp:nvSpPr>
        <dsp:cNvPr id="0" name=""/>
        <dsp:cNvSpPr/>
      </dsp:nvSpPr>
      <dsp:spPr>
        <a:xfrm>
          <a:off x="0" y="472272"/>
          <a:ext cx="10353675" cy="47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Recent Period Shows Meaningful Year-over-Year Growth (3.69%)</a:t>
          </a:r>
        </a:p>
      </dsp:txBody>
      <dsp:txXfrm>
        <a:off x="0" y="472272"/>
        <a:ext cx="10353675" cy="471868"/>
      </dsp:txXfrm>
    </dsp:sp>
    <dsp:sp modelId="{1FE3B6FB-100D-448B-A7C3-F59B148DFDE0}">
      <dsp:nvSpPr>
        <dsp:cNvPr id="0" name=""/>
        <dsp:cNvSpPr/>
      </dsp:nvSpPr>
      <dsp:spPr>
        <a:xfrm>
          <a:off x="0" y="944140"/>
          <a:ext cx="10353675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126B09-BBCE-4C5E-998B-9B48CCD57FD8}">
      <dsp:nvSpPr>
        <dsp:cNvPr id="0" name=""/>
        <dsp:cNvSpPr/>
      </dsp:nvSpPr>
      <dsp:spPr>
        <a:xfrm>
          <a:off x="0" y="944140"/>
          <a:ext cx="10353675" cy="47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Latest Year Contribution Is a Significant Share of Historical Total (60.12T)</a:t>
          </a:r>
        </a:p>
      </dsp:txBody>
      <dsp:txXfrm>
        <a:off x="0" y="944140"/>
        <a:ext cx="10353675" cy="471868"/>
      </dsp:txXfrm>
    </dsp:sp>
    <dsp:sp modelId="{0EBF53F0-9614-4C6D-A2A3-AEBABA56CC9D}">
      <dsp:nvSpPr>
        <dsp:cNvPr id="0" name=""/>
        <dsp:cNvSpPr/>
      </dsp:nvSpPr>
      <dsp:spPr>
        <a:xfrm>
          <a:off x="0" y="1416009"/>
          <a:ext cx="103536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B1E90F-90AD-4709-8C63-FD0E2AC6647B}">
      <dsp:nvSpPr>
        <dsp:cNvPr id="0" name=""/>
        <dsp:cNvSpPr/>
      </dsp:nvSpPr>
      <dsp:spPr>
        <a:xfrm>
          <a:off x="0" y="1416009"/>
          <a:ext cx="10353675" cy="47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Country Contribution Is Highly Skewed</a:t>
          </a:r>
        </a:p>
      </dsp:txBody>
      <dsp:txXfrm>
        <a:off x="0" y="1416009"/>
        <a:ext cx="10353675" cy="471868"/>
      </dsp:txXfrm>
    </dsp:sp>
    <dsp:sp modelId="{3CD1AD6B-622C-4764-86D5-0B3F99C6FC16}">
      <dsp:nvSpPr>
        <dsp:cNvPr id="0" name=""/>
        <dsp:cNvSpPr/>
      </dsp:nvSpPr>
      <dsp:spPr>
        <a:xfrm>
          <a:off x="0" y="1887878"/>
          <a:ext cx="10353675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E5BF76-CD81-4E95-AA63-803F9821A58A}">
      <dsp:nvSpPr>
        <dsp:cNvPr id="0" name=""/>
        <dsp:cNvSpPr/>
      </dsp:nvSpPr>
      <dsp:spPr>
        <a:xfrm>
          <a:off x="0" y="1887878"/>
          <a:ext cx="10353675" cy="47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Growth Rates Fluctuate Meaningfully Across Years</a:t>
          </a:r>
        </a:p>
      </dsp:txBody>
      <dsp:txXfrm>
        <a:off x="0" y="1887878"/>
        <a:ext cx="10353675" cy="471868"/>
      </dsp:txXfrm>
    </dsp:sp>
    <dsp:sp modelId="{8E4DDF7F-1EB8-4170-A155-0D27712371A1}">
      <dsp:nvSpPr>
        <dsp:cNvPr id="0" name=""/>
        <dsp:cNvSpPr/>
      </dsp:nvSpPr>
      <dsp:spPr>
        <a:xfrm>
          <a:off x="0" y="2359747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A690F8-A147-4D4A-A967-5F62271C4CE4}">
      <dsp:nvSpPr>
        <dsp:cNvPr id="0" name=""/>
        <dsp:cNvSpPr/>
      </dsp:nvSpPr>
      <dsp:spPr>
        <a:xfrm>
          <a:off x="0" y="2359747"/>
          <a:ext cx="10353675" cy="47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Automation Enables Multi-Dimensional Filtering Without Reprocessing</a:t>
          </a:r>
        </a:p>
      </dsp:txBody>
      <dsp:txXfrm>
        <a:off x="0" y="2359747"/>
        <a:ext cx="10353675" cy="471868"/>
      </dsp:txXfrm>
    </dsp:sp>
    <dsp:sp modelId="{E64E489B-6D68-4287-9997-562330095342}">
      <dsp:nvSpPr>
        <dsp:cNvPr id="0" name=""/>
        <dsp:cNvSpPr/>
      </dsp:nvSpPr>
      <dsp:spPr>
        <a:xfrm>
          <a:off x="0" y="2831615"/>
          <a:ext cx="1035367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70CEE5-7957-4862-AB48-F87ED981C168}">
      <dsp:nvSpPr>
        <dsp:cNvPr id="0" name=""/>
        <dsp:cNvSpPr/>
      </dsp:nvSpPr>
      <dsp:spPr>
        <a:xfrm>
          <a:off x="0" y="2831615"/>
          <a:ext cx="10353675" cy="47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egoe UI" panose="020B0502040204020203" pitchFamily="34" charset="0"/>
              <a:cs typeface="Segoe UI" panose="020B0502040204020203" pitchFamily="34" charset="0"/>
            </a:rPr>
            <a:t>“US” consistently contribute higher aggregate values across indicators</a:t>
          </a:r>
        </a:p>
      </dsp:txBody>
      <dsp:txXfrm>
        <a:off x="0" y="2831615"/>
        <a:ext cx="10353675" cy="4718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65919-C4F4-4821-8AAE-33C168810445}">
      <dsp:nvSpPr>
        <dsp:cNvPr id="0" name=""/>
        <dsp:cNvSpPr/>
      </dsp:nvSpPr>
      <dsp:spPr>
        <a:xfrm>
          <a:off x="3538" y="310718"/>
          <a:ext cx="1916036" cy="268245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82" tIns="330200" rIns="14938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Focus on Growth Indicators</a:t>
          </a:r>
          <a:b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  <a:t>Prioritize indicators that consistently show positive year-over-year growth to identify long-term performance drivers.</a:t>
          </a:r>
          <a:endParaRPr lang="en-US" sz="11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3538" y="1330049"/>
        <a:ext cx="1916036" cy="1609470"/>
      </dsp:txXfrm>
    </dsp:sp>
    <dsp:sp modelId="{8919F972-BF1E-427D-B532-EECA76F09735}">
      <dsp:nvSpPr>
        <dsp:cNvPr id="0" name=""/>
        <dsp:cNvSpPr/>
      </dsp:nvSpPr>
      <dsp:spPr>
        <a:xfrm>
          <a:off x="559189" y="578963"/>
          <a:ext cx="804735" cy="80473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740" tIns="12700" rIns="6274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677040" y="696814"/>
        <a:ext cx="569033" cy="569033"/>
      </dsp:txXfrm>
    </dsp:sp>
    <dsp:sp modelId="{E59CEFFD-0B53-40AA-AD3E-61B625A00C48}">
      <dsp:nvSpPr>
        <dsp:cNvPr id="0" name=""/>
        <dsp:cNvSpPr/>
      </dsp:nvSpPr>
      <dsp:spPr>
        <a:xfrm>
          <a:off x="3538" y="2993097"/>
          <a:ext cx="1916036" cy="72"/>
        </a:xfrm>
        <a:prstGeom prst="rect">
          <a:avLst/>
        </a:prstGeom>
        <a:gradFill rotWithShape="0">
          <a:gsLst>
            <a:gs pos="0">
              <a:schemeClr val="accent2">
                <a:hueOff val="245880"/>
                <a:satOff val="1133"/>
                <a:lumOff val="174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245880"/>
                <a:satOff val="1133"/>
                <a:lumOff val="174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245880"/>
                <a:satOff val="1133"/>
                <a:lumOff val="174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45880"/>
              <a:satOff val="1133"/>
              <a:lumOff val="174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34AC52-2347-4A41-B7A2-C246D064A497}">
      <dsp:nvSpPr>
        <dsp:cNvPr id="0" name=""/>
        <dsp:cNvSpPr/>
      </dsp:nvSpPr>
      <dsp:spPr>
        <a:xfrm>
          <a:off x="2111179" y="310718"/>
          <a:ext cx="1916036" cy="2682451"/>
        </a:xfrm>
        <a:prstGeom prst="rect">
          <a:avLst/>
        </a:prstGeom>
        <a:solidFill>
          <a:schemeClr val="accent2">
            <a:tint val="40000"/>
            <a:alpha val="90000"/>
            <a:hueOff val="730767"/>
            <a:satOff val="2431"/>
            <a:lumOff val="1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30767"/>
              <a:satOff val="2431"/>
              <a:lumOff val="1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82" tIns="330200" rIns="14938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Use Rolling Averages for Stability</a:t>
          </a:r>
          <a:b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  <a:t>Rely on rolling average metrics to smooth short-term volatility and support more stable decision-making.</a:t>
          </a:r>
          <a:endParaRPr lang="en-US" sz="11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111179" y="1330049"/>
        <a:ext cx="1916036" cy="1609470"/>
      </dsp:txXfrm>
    </dsp:sp>
    <dsp:sp modelId="{D017F0BA-7B2C-4CA5-A743-BF53521572F9}">
      <dsp:nvSpPr>
        <dsp:cNvPr id="0" name=""/>
        <dsp:cNvSpPr/>
      </dsp:nvSpPr>
      <dsp:spPr>
        <a:xfrm>
          <a:off x="2666829" y="578963"/>
          <a:ext cx="804735" cy="804735"/>
        </a:xfrm>
        <a:prstGeom prst="ellipse">
          <a:avLst/>
        </a:prstGeom>
        <a:gradFill rotWithShape="0">
          <a:gsLst>
            <a:gs pos="0">
              <a:schemeClr val="accent2">
                <a:hueOff val="491760"/>
                <a:satOff val="2267"/>
                <a:lumOff val="34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491760"/>
                <a:satOff val="2267"/>
                <a:lumOff val="34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491760"/>
                <a:satOff val="2267"/>
                <a:lumOff val="34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91760"/>
              <a:satOff val="2267"/>
              <a:lumOff val="349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740" tIns="12700" rIns="6274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784680" y="696814"/>
        <a:ext cx="569033" cy="569033"/>
      </dsp:txXfrm>
    </dsp:sp>
    <dsp:sp modelId="{270CE98D-5043-43EF-B9CD-DA4A88B422AB}">
      <dsp:nvSpPr>
        <dsp:cNvPr id="0" name=""/>
        <dsp:cNvSpPr/>
      </dsp:nvSpPr>
      <dsp:spPr>
        <a:xfrm>
          <a:off x="2111179" y="2993097"/>
          <a:ext cx="1916036" cy="72"/>
        </a:xfrm>
        <a:prstGeom prst="rect">
          <a:avLst/>
        </a:prstGeom>
        <a:gradFill rotWithShape="0">
          <a:gsLst>
            <a:gs pos="0">
              <a:schemeClr val="accent2">
                <a:hueOff val="737640"/>
                <a:satOff val="3400"/>
                <a:lumOff val="523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737640"/>
                <a:satOff val="3400"/>
                <a:lumOff val="523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737640"/>
                <a:satOff val="3400"/>
                <a:lumOff val="523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737640"/>
              <a:satOff val="3400"/>
              <a:lumOff val="523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994ADA-74A5-4CD7-A698-6E20830C6017}">
      <dsp:nvSpPr>
        <dsp:cNvPr id="0" name=""/>
        <dsp:cNvSpPr/>
      </dsp:nvSpPr>
      <dsp:spPr>
        <a:xfrm>
          <a:off x="4218819" y="310718"/>
          <a:ext cx="1916036" cy="2682451"/>
        </a:xfrm>
        <a:prstGeom prst="rect">
          <a:avLst/>
        </a:prstGeom>
        <a:solidFill>
          <a:schemeClr val="accent2">
            <a:tint val="40000"/>
            <a:alpha val="90000"/>
            <a:hueOff val="1461534"/>
            <a:satOff val="4861"/>
            <a:lumOff val="37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461534"/>
              <a:satOff val="4861"/>
              <a:lumOff val="3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82" tIns="330200" rIns="14938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Segment Analysis by Indicator</a:t>
          </a:r>
          <a:b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  <a:t>Support aggregate trends with indicator-level analysis to uncover granular drivers behind overall performance.</a:t>
          </a:r>
          <a:endParaRPr lang="en-US" sz="11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4218819" y="1330049"/>
        <a:ext cx="1916036" cy="1609470"/>
      </dsp:txXfrm>
    </dsp:sp>
    <dsp:sp modelId="{1F109C55-313B-4B7C-AB3E-F602277467FE}">
      <dsp:nvSpPr>
        <dsp:cNvPr id="0" name=""/>
        <dsp:cNvSpPr/>
      </dsp:nvSpPr>
      <dsp:spPr>
        <a:xfrm>
          <a:off x="4774469" y="578963"/>
          <a:ext cx="804735" cy="804735"/>
        </a:xfrm>
        <a:prstGeom prst="ellipse">
          <a:avLst/>
        </a:prstGeom>
        <a:gradFill rotWithShape="0">
          <a:gsLst>
            <a:gs pos="0">
              <a:schemeClr val="accent2">
                <a:hueOff val="983520"/>
                <a:satOff val="4534"/>
                <a:lumOff val="697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983520"/>
                <a:satOff val="4534"/>
                <a:lumOff val="697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983520"/>
                <a:satOff val="4534"/>
                <a:lumOff val="697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983520"/>
              <a:satOff val="4534"/>
              <a:lumOff val="697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740" tIns="12700" rIns="6274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4892320" y="696814"/>
        <a:ext cx="569033" cy="569033"/>
      </dsp:txXfrm>
    </dsp:sp>
    <dsp:sp modelId="{31612534-A018-4A18-85CB-D57776CABA1F}">
      <dsp:nvSpPr>
        <dsp:cNvPr id="0" name=""/>
        <dsp:cNvSpPr/>
      </dsp:nvSpPr>
      <dsp:spPr>
        <a:xfrm>
          <a:off x="4218819" y="2993097"/>
          <a:ext cx="1916036" cy="72"/>
        </a:xfrm>
        <a:prstGeom prst="rect">
          <a:avLst/>
        </a:prstGeom>
        <a:gradFill rotWithShape="0">
          <a:gsLst>
            <a:gs pos="0">
              <a:schemeClr val="accent2">
                <a:hueOff val="1229400"/>
                <a:satOff val="5667"/>
                <a:lumOff val="872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1229400"/>
                <a:satOff val="5667"/>
                <a:lumOff val="872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1229400"/>
                <a:satOff val="5667"/>
                <a:lumOff val="872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229400"/>
              <a:satOff val="5667"/>
              <a:lumOff val="872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16899F-636D-40F4-B782-2C68F89C83A3}">
      <dsp:nvSpPr>
        <dsp:cNvPr id="0" name=""/>
        <dsp:cNvSpPr/>
      </dsp:nvSpPr>
      <dsp:spPr>
        <a:xfrm>
          <a:off x="6326459" y="310718"/>
          <a:ext cx="1916036" cy="2682451"/>
        </a:xfrm>
        <a:prstGeom prst="rect">
          <a:avLst/>
        </a:prstGeom>
        <a:solidFill>
          <a:schemeClr val="accent2">
            <a:tint val="40000"/>
            <a:alpha val="90000"/>
            <a:hueOff val="2192300"/>
            <a:satOff val="7292"/>
            <a:lumOff val="55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192300"/>
              <a:satOff val="7292"/>
              <a:lumOff val="55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82" tIns="330200" rIns="14938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Enable Automated Refresh</a:t>
          </a:r>
          <a:b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  <a:t>Schedule automated pipeline executions to ensure dashboards always reflect the most recent available data.</a:t>
          </a:r>
          <a:endParaRPr lang="en-US" sz="11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6326459" y="1330049"/>
        <a:ext cx="1916036" cy="1609470"/>
      </dsp:txXfrm>
    </dsp:sp>
    <dsp:sp modelId="{404B176C-5CA4-4DB5-9F44-EF81338F28BD}">
      <dsp:nvSpPr>
        <dsp:cNvPr id="0" name=""/>
        <dsp:cNvSpPr/>
      </dsp:nvSpPr>
      <dsp:spPr>
        <a:xfrm>
          <a:off x="6882110" y="578963"/>
          <a:ext cx="804735" cy="804735"/>
        </a:xfrm>
        <a:prstGeom prst="ellipse">
          <a:avLst/>
        </a:prstGeom>
        <a:gradFill rotWithShape="0">
          <a:gsLst>
            <a:gs pos="0">
              <a:schemeClr val="accent2">
                <a:hueOff val="1475280"/>
                <a:satOff val="6801"/>
                <a:lumOff val="1046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1475280"/>
                <a:satOff val="6801"/>
                <a:lumOff val="1046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1475280"/>
                <a:satOff val="6801"/>
                <a:lumOff val="1046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475280"/>
              <a:satOff val="6801"/>
              <a:lumOff val="1046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740" tIns="12700" rIns="6274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6999961" y="696814"/>
        <a:ext cx="569033" cy="569033"/>
      </dsp:txXfrm>
    </dsp:sp>
    <dsp:sp modelId="{2711BBC8-5A1A-4F0E-820A-18F9C6BA35E8}">
      <dsp:nvSpPr>
        <dsp:cNvPr id="0" name=""/>
        <dsp:cNvSpPr/>
      </dsp:nvSpPr>
      <dsp:spPr>
        <a:xfrm>
          <a:off x="6326459" y="2993097"/>
          <a:ext cx="1916036" cy="72"/>
        </a:xfrm>
        <a:prstGeom prst="rect">
          <a:avLst/>
        </a:prstGeom>
        <a:gradFill rotWithShape="0">
          <a:gsLst>
            <a:gs pos="0">
              <a:schemeClr val="accent2">
                <a:hueOff val="1721160"/>
                <a:satOff val="7934"/>
                <a:lumOff val="122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1721160"/>
                <a:satOff val="7934"/>
                <a:lumOff val="122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1721160"/>
                <a:satOff val="7934"/>
                <a:lumOff val="122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721160"/>
              <a:satOff val="7934"/>
              <a:lumOff val="122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347955-DB0B-4E22-95BB-5B1BA1583BFA}">
      <dsp:nvSpPr>
        <dsp:cNvPr id="0" name=""/>
        <dsp:cNvSpPr/>
      </dsp:nvSpPr>
      <dsp:spPr>
        <a:xfrm>
          <a:off x="8434099" y="310718"/>
          <a:ext cx="1916036" cy="2682451"/>
        </a:xfrm>
        <a:prstGeom prst="rect">
          <a:avLst/>
        </a:prstGeom>
        <a:solidFill>
          <a:schemeClr val="accent2">
            <a:tint val="40000"/>
            <a:alpha val="90000"/>
            <a:hueOff val="2923067"/>
            <a:satOff val="9722"/>
            <a:lumOff val="74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923067"/>
              <a:satOff val="9722"/>
              <a:lumOff val="74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82" tIns="330200" rIns="14938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Extend with Predictive Models</a:t>
          </a:r>
          <a:b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</a:br>
          <a:r>
            <a:rPr lang="en-IN" sz="1100" kern="1200" dirty="0">
              <a:latin typeface="Segoe UI" panose="020B0502040204020203" pitchFamily="34" charset="0"/>
              <a:cs typeface="Segoe UI" panose="020B0502040204020203" pitchFamily="34" charset="0"/>
            </a:rPr>
            <a:t>Enhance the solution by adding forecasting and scenario analysis for forward-looking decision support.</a:t>
          </a:r>
          <a:endParaRPr lang="en-US" sz="11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8434099" y="1330049"/>
        <a:ext cx="1916036" cy="1609470"/>
      </dsp:txXfrm>
    </dsp:sp>
    <dsp:sp modelId="{BFCF1CD0-539D-47F6-A46B-C87363A879EA}">
      <dsp:nvSpPr>
        <dsp:cNvPr id="0" name=""/>
        <dsp:cNvSpPr/>
      </dsp:nvSpPr>
      <dsp:spPr>
        <a:xfrm>
          <a:off x="8989750" y="578963"/>
          <a:ext cx="804735" cy="804735"/>
        </a:xfrm>
        <a:prstGeom prst="ellipse">
          <a:avLst/>
        </a:prstGeom>
        <a:gradFill rotWithShape="0">
          <a:gsLst>
            <a:gs pos="0">
              <a:schemeClr val="accent2">
                <a:hueOff val="1967040"/>
                <a:satOff val="9068"/>
                <a:lumOff val="1395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1967040"/>
                <a:satOff val="9068"/>
                <a:lumOff val="1395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1967040"/>
                <a:satOff val="9068"/>
                <a:lumOff val="1395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967040"/>
              <a:satOff val="9068"/>
              <a:lumOff val="1395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740" tIns="12700" rIns="6274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107601" y="696814"/>
        <a:ext cx="569033" cy="569033"/>
      </dsp:txXfrm>
    </dsp:sp>
    <dsp:sp modelId="{7553B908-6B1C-439E-A6AE-108C3A276166}">
      <dsp:nvSpPr>
        <dsp:cNvPr id="0" name=""/>
        <dsp:cNvSpPr/>
      </dsp:nvSpPr>
      <dsp:spPr>
        <a:xfrm>
          <a:off x="8434099" y="2993097"/>
          <a:ext cx="1916036" cy="72"/>
        </a:xfrm>
        <a:prstGeom prst="rect">
          <a:avLst/>
        </a:prstGeom>
        <a:gradFill rotWithShape="0">
          <a:gsLst>
            <a:gs pos="0">
              <a:schemeClr val="accent2">
                <a:hueOff val="2212920"/>
                <a:satOff val="10201"/>
                <a:lumOff val="156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2212920"/>
                <a:satOff val="10201"/>
                <a:lumOff val="156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2212920"/>
                <a:satOff val="10201"/>
                <a:lumOff val="156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212920"/>
              <a:satOff val="10201"/>
              <a:lumOff val="1569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B54527-9F60-4730-848E-428DD9F3EDA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CC7BA-04C0-48A3-888D-8A8CBD5F0C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29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54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00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75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607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01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88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692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316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11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0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769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8274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239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480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001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756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6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192AE-A77F-4672-9F2A-306AD07DED1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53DED-D434-4A07-ABBF-6570E9299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805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7C9A-38CE-D43D-76D3-8B3DDE5D6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01600"/>
            <a:ext cx="11794836" cy="2170545"/>
          </a:xfrm>
        </p:spPr>
        <p:txBody>
          <a:bodyPr>
            <a:normAutofit fontScale="90000"/>
          </a:bodyPr>
          <a:lstStyle/>
          <a:p>
            <a:r>
              <a:rPr lang="en-US" sz="4200" b="0" cap="non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Automated</a:t>
            </a:r>
            <a:r>
              <a:rPr lang="en-US" sz="4200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Macro-economic Data Analytics Pipeline</a:t>
            </a:r>
            <a:br>
              <a:rPr lang="en-US" sz="3800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4000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200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End-to-end Data Ingestion, Transformation, And Insight Generation</a:t>
            </a:r>
            <a:br>
              <a:rPr lang="en-IN" sz="2000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41CB6-6920-37F9-5A45-DA07775CE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4217060"/>
            <a:ext cx="11707091" cy="1560945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Name : Majji Prasanth Reddy</a:t>
            </a:r>
          </a:p>
          <a:p>
            <a:pPr algn="l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Tools &amp; Technologies Used : Python, SQLite, Power BI, REST APIs, Windows Task Scheduler</a:t>
            </a:r>
          </a:p>
        </p:txBody>
      </p:sp>
    </p:spTree>
    <p:extLst>
      <p:ext uri="{BB962C8B-B14F-4D97-AF65-F5344CB8AC3E}">
        <p14:creationId xmlns:p14="http://schemas.microsoft.com/office/powerpoint/2010/main" val="167147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425B-F726-043E-0FF9-5B778E01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697" y="200025"/>
            <a:ext cx="6340084" cy="1326321"/>
          </a:xfrm>
        </p:spPr>
        <p:txBody>
          <a:bodyPr>
            <a:normAutofit/>
          </a:bodyPr>
          <a:lstStyle/>
          <a:p>
            <a:r>
              <a:rPr lang="en-IN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  <p:pic>
        <p:nvPicPr>
          <p:cNvPr id="6" name="Picture 5" descr="A 3D pattern of ring shapes connected by lines">
            <a:extLst>
              <a:ext uri="{FF2B5EF4-FFF2-40B4-BE49-F238E27FC236}">
                <a16:creationId xmlns:a16="http://schemas.microsoft.com/office/drawing/2014/main" id="{64434F21-A25E-C2C2-88B4-927C9F8947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26" r="47349"/>
          <a:stretch>
            <a:fillRect/>
          </a:stretch>
        </p:blipFill>
        <p:spPr>
          <a:xfrm>
            <a:off x="20" y="10"/>
            <a:ext cx="4635987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8AA32CC-C955-6BA1-4A3B-4BCE6EF5FA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17946" y="1753164"/>
            <a:ext cx="7102603" cy="48190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The organization lacks a reliable and automated mechanism to ingest, validate, and analyze macro-economic data from multiple public sources, resulting in manual effort, delayed insights, and inconsistent reporting. Without a structured data pipeline and standardized analytics layer, stakeholders have limited visibility into long-term trends, year-over-year growth patterns, and country- or indicator-level performance. This project aims to build an end-to-end automated data pipeline that extracts macro-economic indicators from public APIs, applies robust transformation and data quality checks, stores analytics-ready fact and dimension tables, and delivers an executive-level dashboard to enable timely, consistent, and data-driven economic analysis.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A31A05-19BB-4F84-9402-E8569CBD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6007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0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4BDE-55B1-CE3C-C517-208089CD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04974"/>
            <a:ext cx="10353761" cy="738002"/>
          </a:xfrm>
        </p:spPr>
        <p:txBody>
          <a:bodyPr>
            <a:normAutofit/>
          </a:bodyPr>
          <a:lstStyle/>
          <a:p>
            <a:r>
              <a:rPr lang="en-IN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Data Sources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7CBC84D-FC60-C582-72D5-892A5F34F4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459072"/>
              </p:ext>
            </p:extLst>
          </p:nvPr>
        </p:nvGraphicFramePr>
        <p:xfrm>
          <a:off x="287849" y="1504950"/>
          <a:ext cx="11616300" cy="3848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23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AF4D-2520-DB9B-6628-5FB7D556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1" cy="1341236"/>
          </a:xfrm>
        </p:spPr>
        <p:txBody>
          <a:bodyPr>
            <a:normAutofit/>
          </a:bodyPr>
          <a:lstStyle/>
          <a:p>
            <a:r>
              <a:rPr lang="en-US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Data Extraction And Ingestion</a:t>
            </a:r>
            <a:endParaRPr lang="en-IN" sz="3200" b="0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891D8D-9FF3-18F1-6302-8D3EEDF8F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3602182"/>
            <a:ext cx="11443855" cy="28448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Automated Python scripts extract macroeconomic data from public APIs</a:t>
            </a:r>
          </a:p>
          <a:p>
            <a:pPr marL="0" indent="0"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• Annual indicators ingested programmatically from the World Bank API</a:t>
            </a:r>
          </a:p>
          <a:p>
            <a:pPr marL="0" indent="0"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• Selected economic series ingested from the FRED API for future extensibility</a:t>
            </a:r>
          </a:p>
          <a:p>
            <a:pPr marL="0" indent="0"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• Ingestion timestamps (</a:t>
            </a:r>
            <a:r>
              <a:rPr lang="en-US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ingested_at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) added to track data freshness and lineage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84B24C-C50F-16D4-FB86-D98833EBE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945" y="1642109"/>
            <a:ext cx="7897091" cy="141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8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1F682-B965-639C-8EEA-88130E96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7782"/>
            <a:ext cx="10353761" cy="794327"/>
          </a:xfrm>
        </p:spPr>
        <p:txBody>
          <a:bodyPr>
            <a:normAutofit/>
          </a:bodyPr>
          <a:lstStyle/>
          <a:p>
            <a:r>
              <a:rPr lang="en-US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Data Storage Layer</a:t>
            </a:r>
            <a:endParaRPr lang="en-IN" sz="3200" b="0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D405A2-0944-C775-7141-EC15D1B0E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59295"/>
              </p:ext>
            </p:extLst>
          </p:nvPr>
        </p:nvGraphicFramePr>
        <p:xfrm>
          <a:off x="368850" y="1828209"/>
          <a:ext cx="11498253" cy="467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140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Vibrant multicolor checkered floor design">
            <a:extLst>
              <a:ext uri="{FF2B5EF4-FFF2-40B4-BE49-F238E27FC236}">
                <a16:creationId xmlns:a16="http://schemas.microsoft.com/office/drawing/2014/main" id="{D9DB5DEB-BC26-FC28-4B99-BDB4E67304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t="14557" b="2134"/>
          <a:stretch>
            <a:fillRect/>
          </a:stretch>
        </p:blipFill>
        <p:spPr>
          <a:xfrm>
            <a:off x="-70352" y="12078"/>
            <a:ext cx="12191980" cy="685597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303E62F-257C-43A0-BEF7-E0DECD8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325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AB423-502E-ECFB-4BDB-53534BE0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2876"/>
            <a:ext cx="10353761" cy="886388"/>
          </a:xfrm>
        </p:spPr>
        <p:txBody>
          <a:bodyPr>
            <a:normAutofit/>
          </a:bodyPr>
          <a:lstStyle/>
          <a:p>
            <a:r>
              <a:rPr lang="en-US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Data Transformation And Modelling</a:t>
            </a:r>
            <a:endParaRPr lang="en-IN" sz="3200" b="0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2506E8C-FE5D-CA93-A37E-D06470C89A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1450" y="1524000"/>
            <a:ext cx="11494686" cy="426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• Built a structured transformation layer to convert raw API data into analytics-ready tables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• Removed null, empty, and invalid country and indicator codes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• Standardized country and indicator codes using trimming and validation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• Ensured consistent analytical grain: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Country × Indicator × Year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Fact Table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fact_macro_annual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Dimension Tables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dim_country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dim_indicator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11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4BDE-55B1-CE3C-C517-208089CD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8546"/>
            <a:ext cx="10353761" cy="822007"/>
          </a:xfrm>
        </p:spPr>
        <p:txBody>
          <a:bodyPr>
            <a:normAutofit/>
          </a:bodyPr>
          <a:lstStyle/>
          <a:p>
            <a:r>
              <a:rPr lang="en-IN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Data Validation &amp; Quality Checks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2BDDB2-A777-C9BE-8DFF-0A62774387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823257"/>
              </p:ext>
            </p:extLst>
          </p:nvPr>
        </p:nvGraphicFramePr>
        <p:xfrm>
          <a:off x="914400" y="2417233"/>
          <a:ext cx="10353675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1797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FDEC-304C-C599-6514-B2AD5A51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0837"/>
            <a:ext cx="10353761" cy="766618"/>
          </a:xfrm>
        </p:spPr>
        <p:txBody>
          <a:bodyPr>
            <a:normAutofit/>
          </a:bodyPr>
          <a:lstStyle/>
          <a:p>
            <a:r>
              <a:rPr lang="en-US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Logging, Monitoring And Email Alerts</a:t>
            </a:r>
            <a:endParaRPr lang="en-IN" sz="3200" b="0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A9B0-198D-C4A5-A518-4ABAC32EC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27" y="1588655"/>
            <a:ext cx="5745928" cy="4202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Logging Features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Step-level logs (start, success, failure)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Error traceback logging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Timestamped logs for auditability</a:t>
            </a:r>
          </a:p>
          <a:p>
            <a:pPr marL="0" indent="0">
              <a:buNone/>
            </a:pP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Alerting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Email alerts triggered on pipeline failure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Enables rapid response and debugging</a:t>
            </a:r>
          </a:p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F72504-18DF-5CAE-615F-E87B09C11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048" y="1608751"/>
            <a:ext cx="5810250" cy="427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4BDE-55B1-CE3C-C517-208089CD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45" y="180976"/>
            <a:ext cx="11757891" cy="650297"/>
          </a:xfrm>
        </p:spPr>
        <p:txBody>
          <a:bodyPr>
            <a:noAutofit/>
          </a:bodyPr>
          <a:lstStyle/>
          <a:p>
            <a:pPr algn="ctr"/>
            <a:r>
              <a:rPr lang="en-IN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Pipeline Orchestration &amp; Automation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45DB2E-94E8-68EA-B5A5-F4FA52C33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400" y="1311564"/>
            <a:ext cx="6483927" cy="52370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9D4948-143D-D405-F66D-E49F162C1A41}"/>
              </a:ext>
            </a:extLst>
          </p:cNvPr>
          <p:cNvSpPr txBox="1"/>
          <p:nvPr/>
        </p:nvSpPr>
        <p:spPr>
          <a:xfrm>
            <a:off x="6853381" y="4507345"/>
            <a:ext cx="988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False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4DF8C-852B-AA8A-D0E2-ABC8AE243705}"/>
              </a:ext>
            </a:extLst>
          </p:cNvPr>
          <p:cNvSpPr txBox="1"/>
          <p:nvPr/>
        </p:nvSpPr>
        <p:spPr>
          <a:xfrm>
            <a:off x="4922983" y="5361770"/>
            <a:ext cx="84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542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0473-0040-74D6-D3DC-D4D25387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14" y="349414"/>
            <a:ext cx="10353761" cy="932872"/>
          </a:xfrm>
        </p:spPr>
        <p:txBody>
          <a:bodyPr>
            <a:normAutofit fontScale="90000"/>
          </a:bodyPr>
          <a:lstStyle/>
          <a:p>
            <a:r>
              <a:rPr lang="en-US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Task Scheduling &amp; Automation</a:t>
            </a:r>
            <a:br>
              <a:rPr lang="en-US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sz="3200" b="0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8DEB2D4-B7B0-FF2B-2EBF-1D6BD86904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7024644"/>
              </p:ext>
            </p:extLst>
          </p:nvPr>
        </p:nvGraphicFramePr>
        <p:xfrm>
          <a:off x="914400" y="2417233"/>
          <a:ext cx="10353675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563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4BDE-55B1-CE3C-C517-208089CD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90" y="45721"/>
            <a:ext cx="6340084" cy="1021080"/>
          </a:xfrm>
        </p:spPr>
        <p:txBody>
          <a:bodyPr>
            <a:normAutofit/>
          </a:bodyPr>
          <a:lstStyle/>
          <a:p>
            <a:r>
              <a:rPr lang="en-IN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Analytics Interface Layer</a:t>
            </a:r>
          </a:p>
        </p:txBody>
      </p:sp>
      <p:pic>
        <p:nvPicPr>
          <p:cNvPr id="16" name="Picture 15" descr="Digital financial graph">
            <a:extLst>
              <a:ext uri="{FF2B5EF4-FFF2-40B4-BE49-F238E27FC236}">
                <a16:creationId xmlns:a16="http://schemas.microsoft.com/office/drawing/2014/main" id="{1FAA41CD-83F9-A7BE-537D-51E73DF44F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631" r="23344"/>
          <a:stretch>
            <a:fillRect/>
          </a:stretch>
        </p:blipFill>
        <p:spPr>
          <a:xfrm>
            <a:off x="20" y="10"/>
            <a:ext cx="4635987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4BE9C-251C-76DE-D70B-0D8EE46D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471" y="2096064"/>
            <a:ext cx="6340085" cy="369513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Analytics-ready tables were exported as CSV files for BI consumption.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Exports Generated</a:t>
            </a:r>
            <a:endParaRPr lang="en-IN" sz="18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>
              <a:lnSpc>
                <a:spcPct val="1100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fact_macro_annual.csv</a:t>
            </a:r>
          </a:p>
          <a:p>
            <a:pPr lvl="0">
              <a:lnSpc>
                <a:spcPct val="1100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dim_country.csv</a:t>
            </a:r>
          </a:p>
          <a:p>
            <a:pPr lvl="0">
              <a:lnSpc>
                <a:spcPct val="1100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dim_indicator.csv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This decouples engineering from analytics and enables easy BI refresh.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A31A05-19BB-4F84-9402-E8569CBD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6007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02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4BDE-55B1-CE3C-C517-208089CD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6" y="83128"/>
            <a:ext cx="10353761" cy="877454"/>
          </a:xfrm>
        </p:spPr>
        <p:txBody>
          <a:bodyPr>
            <a:normAutofit/>
          </a:bodyPr>
          <a:lstStyle/>
          <a:p>
            <a:pPr algn="ctr"/>
            <a:r>
              <a:rPr lang="en-IN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Executive 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FF9D74-51FB-D308-7A13-2FC635E7E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126" y="1440873"/>
            <a:ext cx="8811491" cy="4664363"/>
          </a:xfrm>
        </p:spPr>
      </p:pic>
    </p:spTree>
    <p:extLst>
      <p:ext uri="{BB962C8B-B14F-4D97-AF65-F5344CB8AC3E}">
        <p14:creationId xmlns:p14="http://schemas.microsoft.com/office/powerpoint/2010/main" val="2909065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4BDE-55B1-CE3C-C517-208089CD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70" y="180975"/>
            <a:ext cx="10353761" cy="847725"/>
          </a:xfrm>
        </p:spPr>
        <p:txBody>
          <a:bodyPr>
            <a:normAutofit/>
          </a:bodyPr>
          <a:lstStyle/>
          <a:p>
            <a:r>
              <a:rPr lang="en-IN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Key Business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22DD4E-26C3-54D9-F059-1FB87C8DA2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097331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0458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4BDE-55B1-CE3C-C517-208089CD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59" y="92364"/>
            <a:ext cx="10353761" cy="988291"/>
          </a:xfrm>
        </p:spPr>
        <p:txBody>
          <a:bodyPr>
            <a:normAutofit/>
          </a:bodyPr>
          <a:lstStyle/>
          <a:p>
            <a:r>
              <a:rPr lang="en-IN" sz="3200" b="0" cap="none" dirty="0">
                <a:latin typeface="Segoe UI" panose="020B0502040204020203" pitchFamily="34" charset="0"/>
                <a:cs typeface="Segoe UI" panose="020B0502040204020203" pitchFamily="34" charset="0"/>
              </a:rPr>
              <a:t>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AE08B5-1FC0-4F73-23B2-9D541B8E48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357547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016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diamond with black text&#10;&#10;AI-generated content may be incorrect.">
            <a:extLst>
              <a:ext uri="{FF2B5EF4-FFF2-40B4-BE49-F238E27FC236}">
                <a16:creationId xmlns:a16="http://schemas.microsoft.com/office/drawing/2014/main" id="{08FCB1B8-B216-FC9F-4822-6E82E68C9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96273" y="1514789"/>
            <a:ext cx="8199454" cy="3828422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DDD93-CDB5-EF22-FCB0-A73C2EDD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0409" y="6405789"/>
            <a:ext cx="11867710" cy="365125"/>
          </a:xfrm>
        </p:spPr>
        <p:txBody>
          <a:bodyPr/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Automated Data Analytics Pipeline                                                                                                                                     Prepared by : Prasanth Reddy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823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610</TotalTime>
  <Words>666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Bookman Old Style</vt:lpstr>
      <vt:lpstr>Calibri</vt:lpstr>
      <vt:lpstr>Rockwell</vt:lpstr>
      <vt:lpstr>Segoe UI</vt:lpstr>
      <vt:lpstr>Damask</vt:lpstr>
      <vt:lpstr>Automated Macro-economic Data Analytics Pipeline  End-to-end Data Ingestion, Transformation, And Insight Generation </vt:lpstr>
      <vt:lpstr>Problem Statement</vt:lpstr>
      <vt:lpstr>Data Sources</vt:lpstr>
      <vt:lpstr>Data Extraction And Ingestion</vt:lpstr>
      <vt:lpstr>Data Storage Layer</vt:lpstr>
      <vt:lpstr>Data Transformation And Modelling</vt:lpstr>
      <vt:lpstr>Data Validation &amp; Quality Checks</vt:lpstr>
      <vt:lpstr>Logging, Monitoring And Email Alerts</vt:lpstr>
      <vt:lpstr>Pipeline Orchestration &amp; Automation</vt:lpstr>
      <vt:lpstr>Task Scheduling &amp; Automation </vt:lpstr>
      <vt:lpstr>Analytics Interface Layer</vt:lpstr>
      <vt:lpstr>Executive Dashboard Overview</vt:lpstr>
      <vt:lpstr>Key Business Insights</vt:lpstr>
      <vt:lpstr>Business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Majji Prasanth Reddy</dc:creator>
  <cp:lastModifiedBy>Majji Prasanth Reddy</cp:lastModifiedBy>
  <cp:revision>13</cp:revision>
  <dcterms:created xsi:type="dcterms:W3CDTF">2026-01-07T04:12:34Z</dcterms:created>
  <dcterms:modified xsi:type="dcterms:W3CDTF">2026-01-09T05:18:30Z</dcterms:modified>
</cp:coreProperties>
</file>